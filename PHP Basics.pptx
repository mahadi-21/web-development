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70" r:id="rId4"/>
    <p:sldId id="258" r:id="rId5"/>
    <p:sldId id="325" r:id="rId6"/>
    <p:sldId id="326" r:id="rId7"/>
    <p:sldId id="327" r:id="rId8"/>
    <p:sldId id="297" r:id="rId9"/>
    <p:sldId id="261" r:id="rId10"/>
    <p:sldId id="299" r:id="rId11"/>
    <p:sldId id="298" r:id="rId12"/>
    <p:sldId id="262" r:id="rId13"/>
    <p:sldId id="301" r:id="rId14"/>
    <p:sldId id="300" r:id="rId15"/>
    <p:sldId id="263" r:id="rId16"/>
    <p:sldId id="286" r:id="rId17"/>
    <p:sldId id="302" r:id="rId18"/>
    <p:sldId id="264" r:id="rId19"/>
    <p:sldId id="304" r:id="rId20"/>
    <p:sldId id="303" r:id="rId21"/>
    <p:sldId id="305" r:id="rId22"/>
    <p:sldId id="265" r:id="rId23"/>
    <p:sldId id="287" r:id="rId24"/>
    <p:sldId id="266" r:id="rId25"/>
    <p:sldId id="288" r:id="rId26"/>
    <p:sldId id="267" r:id="rId27"/>
    <p:sldId id="289" r:id="rId28"/>
    <p:sldId id="318" r:id="rId29"/>
    <p:sldId id="319" r:id="rId30"/>
    <p:sldId id="320" r:id="rId31"/>
    <p:sldId id="321" r:id="rId32"/>
    <p:sldId id="322" r:id="rId33"/>
    <p:sldId id="323" r:id="rId34"/>
    <p:sldId id="324" r:id="rId35"/>
    <p:sldId id="328" r:id="rId36"/>
    <p:sldId id="269" r:id="rId37"/>
    <p:sldId id="307" r:id="rId38"/>
    <p:sldId id="308" r:id="rId39"/>
    <p:sldId id="309" r:id="rId40"/>
    <p:sldId id="310" r:id="rId41"/>
    <p:sldId id="311" r:id="rId42"/>
    <p:sldId id="312" r:id="rId43"/>
    <p:sldId id="313" r:id="rId44"/>
    <p:sldId id="315" r:id="rId45"/>
    <p:sldId id="316" r:id="rId46"/>
    <p:sldId id="317" r:id="rId47"/>
    <p:sldId id="273" r:id="rId48"/>
    <p:sldId id="291" r:id="rId49"/>
    <p:sldId id="272" r:id="rId50"/>
    <p:sldId id="293" r:id="rId51"/>
    <p:sldId id="306" r:id="rId52"/>
    <p:sldId id="271" r:id="rId53"/>
    <p:sldId id="274" r:id="rId54"/>
    <p:sldId id="294" r:id="rId55"/>
    <p:sldId id="276" r:id="rId56"/>
    <p:sldId id="277" r:id="rId57"/>
    <p:sldId id="278" r:id="rId58"/>
    <p:sldId id="279" r:id="rId59"/>
    <p:sldId id="280" r:id="rId6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4" autoAdjust="0"/>
    <p:restoredTop sz="94660"/>
  </p:normalViewPr>
  <p:slideViewPr>
    <p:cSldViewPr snapToGrid="0">
      <p:cViewPr varScale="1">
        <p:scale>
          <a:sx n="79" d="100"/>
          <a:sy n="79" d="100"/>
        </p:scale>
        <p:origin x="84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61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13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svg"/><Relationship Id="rId2" Type="http://schemas.openxmlformats.org/officeDocument/2006/relationships/image" Target="../media/image2.svg"/><Relationship Id="rId16" Type="http://schemas.openxmlformats.org/officeDocument/2006/relationships/image" Target="../media/image16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Relationship Id="rId14" Type="http://schemas.openxmlformats.org/officeDocument/2006/relationships/image" Target="../media/image14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13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svg"/><Relationship Id="rId2" Type="http://schemas.openxmlformats.org/officeDocument/2006/relationships/image" Target="../media/image2.svg"/><Relationship Id="rId16" Type="http://schemas.openxmlformats.org/officeDocument/2006/relationships/image" Target="../media/image16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Relationship Id="rId14" Type="http://schemas.openxmlformats.org/officeDocument/2006/relationships/image" Target="../media/image1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F2B8142-4546-4B78-B186-D4A71293D1A0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79B9C86E-A1F1-46CE-860E-5F7D82F096BB}">
      <dgm:prSet/>
      <dgm:spPr/>
      <dgm:t>
        <a:bodyPr/>
        <a:lstStyle/>
        <a:p>
          <a:r>
            <a:rPr lang="en-US"/>
            <a:t>Open-source &amp; free</a:t>
          </a:r>
        </a:p>
      </dgm:t>
    </dgm:pt>
    <dgm:pt modelId="{AC304731-2765-4675-971A-B5646A8A1872}" type="parTrans" cxnId="{D391B31C-5984-4139-A907-8D80B5A91470}">
      <dgm:prSet/>
      <dgm:spPr/>
      <dgm:t>
        <a:bodyPr/>
        <a:lstStyle/>
        <a:p>
          <a:endParaRPr lang="en-US"/>
        </a:p>
      </dgm:t>
    </dgm:pt>
    <dgm:pt modelId="{298CC86A-173C-4AE6-895C-40E170E43963}" type="sibTrans" cxnId="{D391B31C-5984-4139-A907-8D80B5A91470}">
      <dgm:prSet/>
      <dgm:spPr/>
      <dgm:t>
        <a:bodyPr/>
        <a:lstStyle/>
        <a:p>
          <a:endParaRPr lang="en-US"/>
        </a:p>
      </dgm:t>
    </dgm:pt>
    <dgm:pt modelId="{95318A66-D43F-4DAF-94E3-5BD700B931AF}">
      <dgm:prSet/>
      <dgm:spPr/>
      <dgm:t>
        <a:bodyPr/>
        <a:lstStyle/>
        <a:p>
          <a:r>
            <a:rPr lang="en-US"/>
            <a:t>Server-side scripting</a:t>
          </a:r>
        </a:p>
      </dgm:t>
    </dgm:pt>
    <dgm:pt modelId="{9ADD81E5-1D7C-498C-9CAF-BDE0838F1D0E}" type="parTrans" cxnId="{0DC038E8-30FF-4FC9-8E07-76863F8C1FB5}">
      <dgm:prSet/>
      <dgm:spPr/>
      <dgm:t>
        <a:bodyPr/>
        <a:lstStyle/>
        <a:p>
          <a:endParaRPr lang="en-US"/>
        </a:p>
      </dgm:t>
    </dgm:pt>
    <dgm:pt modelId="{90B2EAD8-B239-4269-B355-FDA09FCCBF7B}" type="sibTrans" cxnId="{0DC038E8-30FF-4FC9-8E07-76863F8C1FB5}">
      <dgm:prSet/>
      <dgm:spPr/>
      <dgm:t>
        <a:bodyPr/>
        <a:lstStyle/>
        <a:p>
          <a:endParaRPr lang="en-US"/>
        </a:p>
      </dgm:t>
    </dgm:pt>
    <dgm:pt modelId="{AABB554F-8E0B-4052-977F-7A780167F3DA}">
      <dgm:prSet/>
      <dgm:spPr/>
      <dgm:t>
        <a:bodyPr/>
        <a:lstStyle/>
        <a:p>
          <a:r>
            <a:rPr lang="en-US"/>
            <a:t>Easy to learn</a:t>
          </a:r>
        </a:p>
      </dgm:t>
    </dgm:pt>
    <dgm:pt modelId="{B697CFDF-A305-42F0-869C-FCD4CD187740}" type="parTrans" cxnId="{92BD2C93-F799-4A21-A217-0C8B8311AB23}">
      <dgm:prSet/>
      <dgm:spPr/>
      <dgm:t>
        <a:bodyPr/>
        <a:lstStyle/>
        <a:p>
          <a:endParaRPr lang="en-US"/>
        </a:p>
      </dgm:t>
    </dgm:pt>
    <dgm:pt modelId="{BD375AF2-1793-423D-8F59-052729AF3958}" type="sibTrans" cxnId="{92BD2C93-F799-4A21-A217-0C8B8311AB23}">
      <dgm:prSet/>
      <dgm:spPr/>
      <dgm:t>
        <a:bodyPr/>
        <a:lstStyle/>
        <a:p>
          <a:endParaRPr lang="en-US"/>
        </a:p>
      </dgm:t>
    </dgm:pt>
    <dgm:pt modelId="{0CCA278C-F031-41FA-B05B-CE37C5F94A58}">
      <dgm:prSet/>
      <dgm:spPr/>
      <dgm:t>
        <a:bodyPr/>
        <a:lstStyle/>
        <a:p>
          <a:r>
            <a:rPr lang="en-US"/>
            <a:t>Platform independent</a:t>
          </a:r>
        </a:p>
      </dgm:t>
    </dgm:pt>
    <dgm:pt modelId="{3DB2B4F1-1A3D-4258-8D2C-FD8C0F68FCA9}" type="parTrans" cxnId="{FC6EB68E-FA9C-4DEB-AA5F-8BD47BC711BE}">
      <dgm:prSet/>
      <dgm:spPr/>
      <dgm:t>
        <a:bodyPr/>
        <a:lstStyle/>
        <a:p>
          <a:endParaRPr lang="en-US"/>
        </a:p>
      </dgm:t>
    </dgm:pt>
    <dgm:pt modelId="{D2B62EA4-6D5E-49B4-B370-EAE89916A124}" type="sibTrans" cxnId="{FC6EB68E-FA9C-4DEB-AA5F-8BD47BC711BE}">
      <dgm:prSet/>
      <dgm:spPr/>
      <dgm:t>
        <a:bodyPr/>
        <a:lstStyle/>
        <a:p>
          <a:endParaRPr lang="en-US"/>
        </a:p>
      </dgm:t>
    </dgm:pt>
    <dgm:pt modelId="{5B0ECDAC-883E-41D0-A3F7-1ACE4CB4A953}">
      <dgm:prSet/>
      <dgm:spPr/>
      <dgm:t>
        <a:bodyPr/>
        <a:lstStyle/>
        <a:p>
          <a:r>
            <a:rPr lang="en-US"/>
            <a:t>Supports databases (MySQL, SQLite)</a:t>
          </a:r>
        </a:p>
      </dgm:t>
    </dgm:pt>
    <dgm:pt modelId="{6DC12A7F-5836-4753-A220-8817584517A0}" type="parTrans" cxnId="{7BD5597D-3305-4004-9511-85FD19527E1C}">
      <dgm:prSet/>
      <dgm:spPr/>
      <dgm:t>
        <a:bodyPr/>
        <a:lstStyle/>
        <a:p>
          <a:endParaRPr lang="en-US"/>
        </a:p>
      </dgm:t>
    </dgm:pt>
    <dgm:pt modelId="{B2780C88-5628-4C42-9C63-7B76AED83F10}" type="sibTrans" cxnId="{7BD5597D-3305-4004-9511-85FD19527E1C}">
      <dgm:prSet/>
      <dgm:spPr/>
      <dgm:t>
        <a:bodyPr/>
        <a:lstStyle/>
        <a:p>
          <a:endParaRPr lang="en-US"/>
        </a:p>
      </dgm:t>
    </dgm:pt>
    <dgm:pt modelId="{696D40A9-A42C-4F18-BA9D-853AAA722213}">
      <dgm:prSet/>
      <dgm:spPr/>
      <dgm:t>
        <a:bodyPr/>
        <a:lstStyle/>
        <a:p>
          <a:r>
            <a:rPr lang="en-US"/>
            <a:t>Fast &amp; secure</a:t>
          </a:r>
        </a:p>
      </dgm:t>
    </dgm:pt>
    <dgm:pt modelId="{212866A7-3844-4C85-985F-3DFBADCAD659}" type="parTrans" cxnId="{E48E5758-1DEF-42B7-A8C9-8D14E98A958F}">
      <dgm:prSet/>
      <dgm:spPr/>
      <dgm:t>
        <a:bodyPr/>
        <a:lstStyle/>
        <a:p>
          <a:endParaRPr lang="en-US"/>
        </a:p>
      </dgm:t>
    </dgm:pt>
    <dgm:pt modelId="{1D212675-0F83-4A94-8846-B0121D045624}" type="sibTrans" cxnId="{E48E5758-1DEF-42B7-A8C9-8D14E98A958F}">
      <dgm:prSet/>
      <dgm:spPr/>
      <dgm:t>
        <a:bodyPr/>
        <a:lstStyle/>
        <a:p>
          <a:endParaRPr lang="en-US"/>
        </a:p>
      </dgm:t>
    </dgm:pt>
    <dgm:pt modelId="{DA9C7C54-61BA-424C-99F4-BDFAD5CA19F3}">
      <dgm:prSet/>
      <dgm:spPr/>
      <dgm:t>
        <a:bodyPr/>
        <a:lstStyle/>
        <a:p>
          <a:r>
            <a:rPr lang="en-US"/>
            <a:t>Embedded with HTML</a:t>
          </a:r>
        </a:p>
      </dgm:t>
    </dgm:pt>
    <dgm:pt modelId="{0E296C73-D562-420F-93D5-15F9F6A7703B}" type="parTrans" cxnId="{12E1405C-305F-454C-8D45-13442E0AEE82}">
      <dgm:prSet/>
      <dgm:spPr/>
      <dgm:t>
        <a:bodyPr/>
        <a:lstStyle/>
        <a:p>
          <a:endParaRPr lang="en-US"/>
        </a:p>
      </dgm:t>
    </dgm:pt>
    <dgm:pt modelId="{D5F5EFFD-66C1-4837-B3DE-4F3F16F4CFB7}" type="sibTrans" cxnId="{12E1405C-305F-454C-8D45-13442E0AEE82}">
      <dgm:prSet/>
      <dgm:spPr/>
      <dgm:t>
        <a:bodyPr/>
        <a:lstStyle/>
        <a:p>
          <a:endParaRPr lang="en-US"/>
        </a:p>
      </dgm:t>
    </dgm:pt>
    <dgm:pt modelId="{6C545F4F-1C21-476E-ABB6-7B3AC99C9AB3}">
      <dgm:prSet/>
      <dgm:spPr/>
      <dgm:t>
        <a:bodyPr/>
        <a:lstStyle/>
        <a:p>
          <a:r>
            <a:rPr lang="en-US"/>
            <a:t>Large community support</a:t>
          </a:r>
        </a:p>
      </dgm:t>
    </dgm:pt>
    <dgm:pt modelId="{4D9D9DEC-05E6-420D-981D-876C513AA2E3}" type="parTrans" cxnId="{B1D6A28F-AF33-4E3D-BC95-D09523795825}">
      <dgm:prSet/>
      <dgm:spPr/>
      <dgm:t>
        <a:bodyPr/>
        <a:lstStyle/>
        <a:p>
          <a:endParaRPr lang="en-US"/>
        </a:p>
      </dgm:t>
    </dgm:pt>
    <dgm:pt modelId="{5804F4A9-53FC-410D-816A-E0612B7255C3}" type="sibTrans" cxnId="{B1D6A28F-AF33-4E3D-BC95-D09523795825}">
      <dgm:prSet/>
      <dgm:spPr/>
      <dgm:t>
        <a:bodyPr/>
        <a:lstStyle/>
        <a:p>
          <a:endParaRPr lang="en-US"/>
        </a:p>
      </dgm:t>
    </dgm:pt>
    <dgm:pt modelId="{9A21F324-2917-4EF2-BCC9-EA56B86B6975}" type="pres">
      <dgm:prSet presAssocID="{FF2B8142-4546-4B78-B186-D4A71293D1A0}" presName="root" presStyleCnt="0">
        <dgm:presLayoutVars>
          <dgm:dir/>
          <dgm:resizeHandles val="exact"/>
        </dgm:presLayoutVars>
      </dgm:prSet>
      <dgm:spPr/>
    </dgm:pt>
    <dgm:pt modelId="{6D0C149B-478F-4308-837E-1A27344FAD48}" type="pres">
      <dgm:prSet presAssocID="{FF2B8142-4546-4B78-B186-D4A71293D1A0}" presName="container" presStyleCnt="0">
        <dgm:presLayoutVars>
          <dgm:dir/>
          <dgm:resizeHandles val="exact"/>
        </dgm:presLayoutVars>
      </dgm:prSet>
      <dgm:spPr/>
    </dgm:pt>
    <dgm:pt modelId="{2C76CE2B-25CB-429D-A88E-F3921078B2EE}" type="pres">
      <dgm:prSet presAssocID="{79B9C86E-A1F1-46CE-860E-5F7D82F096BB}" presName="compNode" presStyleCnt="0"/>
      <dgm:spPr/>
    </dgm:pt>
    <dgm:pt modelId="{FCE64579-80E1-491A-B5F4-CD21B53AA445}" type="pres">
      <dgm:prSet presAssocID="{79B9C86E-A1F1-46CE-860E-5F7D82F096BB}" presName="iconBgRect" presStyleLbl="bgShp" presStyleIdx="0" presStyleCnt="8"/>
      <dgm:spPr/>
    </dgm:pt>
    <dgm:pt modelId="{A961DDC1-916E-4B8B-A04A-4AA4166ECBB9}" type="pres">
      <dgm:prSet presAssocID="{79B9C86E-A1F1-46CE-860E-5F7D82F096BB}" presName="iconRect" presStyleLbl="node1" presStyleIdx="0" presStyleCnt="8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urkey"/>
        </a:ext>
      </dgm:extLst>
    </dgm:pt>
    <dgm:pt modelId="{65594A42-A877-4B3E-839C-1A932D751037}" type="pres">
      <dgm:prSet presAssocID="{79B9C86E-A1F1-46CE-860E-5F7D82F096BB}" presName="spaceRect" presStyleCnt="0"/>
      <dgm:spPr/>
    </dgm:pt>
    <dgm:pt modelId="{CDBEF3B0-AAC4-473A-9926-B0DAABAE432C}" type="pres">
      <dgm:prSet presAssocID="{79B9C86E-A1F1-46CE-860E-5F7D82F096BB}" presName="textRect" presStyleLbl="revTx" presStyleIdx="0" presStyleCnt="8">
        <dgm:presLayoutVars>
          <dgm:chMax val="1"/>
          <dgm:chPref val="1"/>
        </dgm:presLayoutVars>
      </dgm:prSet>
      <dgm:spPr/>
    </dgm:pt>
    <dgm:pt modelId="{964B4D77-DF29-4F02-99B2-55FF6200C2E6}" type="pres">
      <dgm:prSet presAssocID="{298CC86A-173C-4AE6-895C-40E170E43963}" presName="sibTrans" presStyleLbl="sibTrans2D1" presStyleIdx="0" presStyleCnt="0"/>
      <dgm:spPr/>
    </dgm:pt>
    <dgm:pt modelId="{1B9B13E3-06EF-47E2-91EA-A29FF3E87C02}" type="pres">
      <dgm:prSet presAssocID="{95318A66-D43F-4DAF-94E3-5BD700B931AF}" presName="compNode" presStyleCnt="0"/>
      <dgm:spPr/>
    </dgm:pt>
    <dgm:pt modelId="{02BF4892-0F72-47BE-8326-CB6D7663A4DB}" type="pres">
      <dgm:prSet presAssocID="{95318A66-D43F-4DAF-94E3-5BD700B931AF}" presName="iconBgRect" presStyleLbl="bgShp" presStyleIdx="1" presStyleCnt="8"/>
      <dgm:spPr/>
    </dgm:pt>
    <dgm:pt modelId="{3CC5615A-06D8-4687-8D34-32412E71C9A6}" type="pres">
      <dgm:prSet presAssocID="{95318A66-D43F-4DAF-94E3-5BD700B931AF}" presName="iconRect" presStyleLbl="node1" presStyleIdx="1" presStyleCnt="8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erver"/>
        </a:ext>
      </dgm:extLst>
    </dgm:pt>
    <dgm:pt modelId="{3F19CB20-D48E-4B13-96CB-6BB90539DB65}" type="pres">
      <dgm:prSet presAssocID="{95318A66-D43F-4DAF-94E3-5BD700B931AF}" presName="spaceRect" presStyleCnt="0"/>
      <dgm:spPr/>
    </dgm:pt>
    <dgm:pt modelId="{6663FDB3-9DA8-4E31-BCA5-0033A2097903}" type="pres">
      <dgm:prSet presAssocID="{95318A66-D43F-4DAF-94E3-5BD700B931AF}" presName="textRect" presStyleLbl="revTx" presStyleIdx="1" presStyleCnt="8">
        <dgm:presLayoutVars>
          <dgm:chMax val="1"/>
          <dgm:chPref val="1"/>
        </dgm:presLayoutVars>
      </dgm:prSet>
      <dgm:spPr/>
    </dgm:pt>
    <dgm:pt modelId="{0739488C-B5A7-424F-B2B2-D9AF3B83C634}" type="pres">
      <dgm:prSet presAssocID="{90B2EAD8-B239-4269-B355-FDA09FCCBF7B}" presName="sibTrans" presStyleLbl="sibTrans2D1" presStyleIdx="0" presStyleCnt="0"/>
      <dgm:spPr/>
    </dgm:pt>
    <dgm:pt modelId="{16BD86D5-23B7-4AA4-A63D-2B69C34B856A}" type="pres">
      <dgm:prSet presAssocID="{AABB554F-8E0B-4052-977F-7A780167F3DA}" presName="compNode" presStyleCnt="0"/>
      <dgm:spPr/>
    </dgm:pt>
    <dgm:pt modelId="{90B59365-1858-4E9D-BBA3-461009935AEA}" type="pres">
      <dgm:prSet presAssocID="{AABB554F-8E0B-4052-977F-7A780167F3DA}" presName="iconBgRect" presStyleLbl="bgShp" presStyleIdx="2" presStyleCnt="8"/>
      <dgm:spPr/>
    </dgm:pt>
    <dgm:pt modelId="{4FFE2F01-FFA6-4D5E-96F3-77651DFB3ACF}" type="pres">
      <dgm:prSet presAssocID="{AABB554F-8E0B-4052-977F-7A780167F3DA}" presName="iconRect" presStyleLbl="node1" presStyleIdx="2" presStyleCnt="8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aptop"/>
        </a:ext>
      </dgm:extLst>
    </dgm:pt>
    <dgm:pt modelId="{F0624160-C126-4F0E-9031-B1D958DDC421}" type="pres">
      <dgm:prSet presAssocID="{AABB554F-8E0B-4052-977F-7A780167F3DA}" presName="spaceRect" presStyleCnt="0"/>
      <dgm:spPr/>
    </dgm:pt>
    <dgm:pt modelId="{6CEEC9EA-672D-4151-BC24-35E33B023668}" type="pres">
      <dgm:prSet presAssocID="{AABB554F-8E0B-4052-977F-7A780167F3DA}" presName="textRect" presStyleLbl="revTx" presStyleIdx="2" presStyleCnt="8">
        <dgm:presLayoutVars>
          <dgm:chMax val="1"/>
          <dgm:chPref val="1"/>
        </dgm:presLayoutVars>
      </dgm:prSet>
      <dgm:spPr/>
    </dgm:pt>
    <dgm:pt modelId="{66321C8F-E87B-475C-AD46-E69B823FB674}" type="pres">
      <dgm:prSet presAssocID="{BD375AF2-1793-423D-8F59-052729AF3958}" presName="sibTrans" presStyleLbl="sibTrans2D1" presStyleIdx="0" presStyleCnt="0"/>
      <dgm:spPr/>
    </dgm:pt>
    <dgm:pt modelId="{3B991965-51A2-42CF-92CE-B7D9A920A1B5}" type="pres">
      <dgm:prSet presAssocID="{0CCA278C-F031-41FA-B05B-CE37C5F94A58}" presName="compNode" presStyleCnt="0"/>
      <dgm:spPr/>
    </dgm:pt>
    <dgm:pt modelId="{24024C4B-78BB-4E90-818C-347D0457A87D}" type="pres">
      <dgm:prSet presAssocID="{0CCA278C-F031-41FA-B05B-CE37C5F94A58}" presName="iconBgRect" presStyleLbl="bgShp" presStyleIdx="3" presStyleCnt="8"/>
      <dgm:spPr/>
    </dgm:pt>
    <dgm:pt modelId="{0816F534-F697-40E0-8A3A-78A3AD962B37}" type="pres">
      <dgm:prSet presAssocID="{0CCA278C-F031-41FA-B05B-CE37C5F94A58}" presName="iconRect" presStyleLbl="node1" presStyleIdx="3" presStyleCnt="8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mart Phone"/>
        </a:ext>
      </dgm:extLst>
    </dgm:pt>
    <dgm:pt modelId="{88559A82-944B-4A7F-9642-5F4D8CD97C1F}" type="pres">
      <dgm:prSet presAssocID="{0CCA278C-F031-41FA-B05B-CE37C5F94A58}" presName="spaceRect" presStyleCnt="0"/>
      <dgm:spPr/>
    </dgm:pt>
    <dgm:pt modelId="{5AAFEB09-8BEA-4C90-BB79-48EB48A18DC0}" type="pres">
      <dgm:prSet presAssocID="{0CCA278C-F031-41FA-B05B-CE37C5F94A58}" presName="textRect" presStyleLbl="revTx" presStyleIdx="3" presStyleCnt="8">
        <dgm:presLayoutVars>
          <dgm:chMax val="1"/>
          <dgm:chPref val="1"/>
        </dgm:presLayoutVars>
      </dgm:prSet>
      <dgm:spPr/>
    </dgm:pt>
    <dgm:pt modelId="{F7D4C37C-6856-46D1-B208-C6DFE7086E82}" type="pres">
      <dgm:prSet presAssocID="{D2B62EA4-6D5E-49B4-B370-EAE89916A124}" presName="sibTrans" presStyleLbl="sibTrans2D1" presStyleIdx="0" presStyleCnt="0"/>
      <dgm:spPr/>
    </dgm:pt>
    <dgm:pt modelId="{BE20D802-6115-4DF9-AAF3-729E23CC0506}" type="pres">
      <dgm:prSet presAssocID="{5B0ECDAC-883E-41D0-A3F7-1ACE4CB4A953}" presName="compNode" presStyleCnt="0"/>
      <dgm:spPr/>
    </dgm:pt>
    <dgm:pt modelId="{90B3A036-21CB-4A96-9B0F-B56A9490C7A7}" type="pres">
      <dgm:prSet presAssocID="{5B0ECDAC-883E-41D0-A3F7-1ACE4CB4A953}" presName="iconBgRect" presStyleLbl="bgShp" presStyleIdx="4" presStyleCnt="8"/>
      <dgm:spPr/>
    </dgm:pt>
    <dgm:pt modelId="{1A6D9060-0831-44BA-B22F-B8CBBED34FCD}" type="pres">
      <dgm:prSet presAssocID="{5B0ECDAC-883E-41D0-A3F7-1ACE4CB4A953}" presName="iconRect" presStyleLbl="node1" presStyleIdx="4" presStyleCnt="8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CC61988E-1F0B-47E4-850D-3742150851B3}" type="pres">
      <dgm:prSet presAssocID="{5B0ECDAC-883E-41D0-A3F7-1ACE4CB4A953}" presName="spaceRect" presStyleCnt="0"/>
      <dgm:spPr/>
    </dgm:pt>
    <dgm:pt modelId="{137AB915-DF97-4B1C-9C9F-6FA86C2B2719}" type="pres">
      <dgm:prSet presAssocID="{5B0ECDAC-883E-41D0-A3F7-1ACE4CB4A953}" presName="textRect" presStyleLbl="revTx" presStyleIdx="4" presStyleCnt="8">
        <dgm:presLayoutVars>
          <dgm:chMax val="1"/>
          <dgm:chPref val="1"/>
        </dgm:presLayoutVars>
      </dgm:prSet>
      <dgm:spPr/>
    </dgm:pt>
    <dgm:pt modelId="{10A5C30D-42A5-4767-BD05-0B6955764E99}" type="pres">
      <dgm:prSet presAssocID="{B2780C88-5628-4C42-9C63-7B76AED83F10}" presName="sibTrans" presStyleLbl="sibTrans2D1" presStyleIdx="0" presStyleCnt="0"/>
      <dgm:spPr/>
    </dgm:pt>
    <dgm:pt modelId="{11B1CCE2-F675-4722-958A-9DC788370ABD}" type="pres">
      <dgm:prSet presAssocID="{696D40A9-A42C-4F18-BA9D-853AAA722213}" presName="compNode" presStyleCnt="0"/>
      <dgm:spPr/>
    </dgm:pt>
    <dgm:pt modelId="{1334329B-BED8-4FD3-8360-09EE8E8DF681}" type="pres">
      <dgm:prSet presAssocID="{696D40A9-A42C-4F18-BA9D-853AAA722213}" presName="iconBgRect" presStyleLbl="bgShp" presStyleIdx="5" presStyleCnt="8"/>
      <dgm:spPr/>
    </dgm:pt>
    <dgm:pt modelId="{11EC7755-3013-4388-8500-48B872CB0AA2}" type="pres">
      <dgm:prSet presAssocID="{696D40A9-A42C-4F18-BA9D-853AAA722213}" presName="iconRect" presStyleLbl="node1" presStyleIdx="5" presStyleCnt="8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un"/>
        </a:ext>
      </dgm:extLst>
    </dgm:pt>
    <dgm:pt modelId="{8BAEE6DE-D0BC-4749-89BF-A10709D7303E}" type="pres">
      <dgm:prSet presAssocID="{696D40A9-A42C-4F18-BA9D-853AAA722213}" presName="spaceRect" presStyleCnt="0"/>
      <dgm:spPr/>
    </dgm:pt>
    <dgm:pt modelId="{4755A016-33C6-4F01-828A-DF2DEBC1854D}" type="pres">
      <dgm:prSet presAssocID="{696D40A9-A42C-4F18-BA9D-853AAA722213}" presName="textRect" presStyleLbl="revTx" presStyleIdx="5" presStyleCnt="8">
        <dgm:presLayoutVars>
          <dgm:chMax val="1"/>
          <dgm:chPref val="1"/>
        </dgm:presLayoutVars>
      </dgm:prSet>
      <dgm:spPr/>
    </dgm:pt>
    <dgm:pt modelId="{6D6C9577-02C5-4960-B8A8-3ACAC3FE5D58}" type="pres">
      <dgm:prSet presAssocID="{1D212675-0F83-4A94-8846-B0121D045624}" presName="sibTrans" presStyleLbl="sibTrans2D1" presStyleIdx="0" presStyleCnt="0"/>
      <dgm:spPr/>
    </dgm:pt>
    <dgm:pt modelId="{015A391B-B7BA-4FD9-9512-16680B989E5C}" type="pres">
      <dgm:prSet presAssocID="{DA9C7C54-61BA-424C-99F4-BDFAD5CA19F3}" presName="compNode" presStyleCnt="0"/>
      <dgm:spPr/>
    </dgm:pt>
    <dgm:pt modelId="{9616CBF5-8973-4EB1-AA36-9DE57530B779}" type="pres">
      <dgm:prSet presAssocID="{DA9C7C54-61BA-424C-99F4-BDFAD5CA19F3}" presName="iconBgRect" presStyleLbl="bgShp" presStyleIdx="6" presStyleCnt="8"/>
      <dgm:spPr/>
    </dgm:pt>
    <dgm:pt modelId="{6B0B3C40-C728-45B6-890D-508B0C72C4CA}" type="pres">
      <dgm:prSet presAssocID="{DA9C7C54-61BA-424C-99F4-BDFAD5CA19F3}" presName="iconRect" presStyleLbl="node1" presStyleIdx="6" presStyleCnt="8"/>
      <dgm:spPr>
        <a:blipFill>
          <a:blip xmlns:r="http://schemas.openxmlformats.org/officeDocument/2006/relationships"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itor"/>
        </a:ext>
      </dgm:extLst>
    </dgm:pt>
    <dgm:pt modelId="{16197F3F-6FD6-4C0D-8D4E-1A4A815A53D0}" type="pres">
      <dgm:prSet presAssocID="{DA9C7C54-61BA-424C-99F4-BDFAD5CA19F3}" presName="spaceRect" presStyleCnt="0"/>
      <dgm:spPr/>
    </dgm:pt>
    <dgm:pt modelId="{EDABD129-BE8B-48A7-B708-0244C875FE8B}" type="pres">
      <dgm:prSet presAssocID="{DA9C7C54-61BA-424C-99F4-BDFAD5CA19F3}" presName="textRect" presStyleLbl="revTx" presStyleIdx="6" presStyleCnt="8">
        <dgm:presLayoutVars>
          <dgm:chMax val="1"/>
          <dgm:chPref val="1"/>
        </dgm:presLayoutVars>
      </dgm:prSet>
      <dgm:spPr/>
    </dgm:pt>
    <dgm:pt modelId="{1DF52F44-2CAB-466C-8ABD-2CE8766282C9}" type="pres">
      <dgm:prSet presAssocID="{D5F5EFFD-66C1-4837-B3DE-4F3F16F4CFB7}" presName="sibTrans" presStyleLbl="sibTrans2D1" presStyleIdx="0" presStyleCnt="0"/>
      <dgm:spPr/>
    </dgm:pt>
    <dgm:pt modelId="{5F0A2479-1201-4299-B852-8F17E553B790}" type="pres">
      <dgm:prSet presAssocID="{6C545F4F-1C21-476E-ABB6-7B3AC99C9AB3}" presName="compNode" presStyleCnt="0"/>
      <dgm:spPr/>
    </dgm:pt>
    <dgm:pt modelId="{D6C67F0A-E5EA-47D9-98E9-8765AF270AC4}" type="pres">
      <dgm:prSet presAssocID="{6C545F4F-1C21-476E-ABB6-7B3AC99C9AB3}" presName="iconBgRect" presStyleLbl="bgShp" presStyleIdx="7" presStyleCnt="8"/>
      <dgm:spPr/>
    </dgm:pt>
    <dgm:pt modelId="{42E4E053-F774-4F96-BA5E-2A1261344ED6}" type="pres">
      <dgm:prSet presAssocID="{6C545F4F-1C21-476E-ABB6-7B3AC99C9AB3}" presName="iconRect" presStyleLbl="node1" presStyleIdx="7" presStyleCnt="8"/>
      <dgm:spPr>
        <a:blipFill>
          <a:blip xmlns:r="http://schemas.openxmlformats.org/officeDocument/2006/relationships"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roup"/>
        </a:ext>
      </dgm:extLst>
    </dgm:pt>
    <dgm:pt modelId="{33974D70-F099-44BE-B27C-3388C91CA131}" type="pres">
      <dgm:prSet presAssocID="{6C545F4F-1C21-476E-ABB6-7B3AC99C9AB3}" presName="spaceRect" presStyleCnt="0"/>
      <dgm:spPr/>
    </dgm:pt>
    <dgm:pt modelId="{0F222FED-3025-4629-AF99-1B8FE877DFE4}" type="pres">
      <dgm:prSet presAssocID="{6C545F4F-1C21-476E-ABB6-7B3AC99C9AB3}" presName="textRect" presStyleLbl="revTx" presStyleIdx="7" presStyleCnt="8">
        <dgm:presLayoutVars>
          <dgm:chMax val="1"/>
          <dgm:chPref val="1"/>
        </dgm:presLayoutVars>
      </dgm:prSet>
      <dgm:spPr/>
    </dgm:pt>
  </dgm:ptLst>
  <dgm:cxnLst>
    <dgm:cxn modelId="{41541609-404A-4DEE-BB07-3E88F639839D}" type="presOf" srcId="{AABB554F-8E0B-4052-977F-7A780167F3DA}" destId="{6CEEC9EA-672D-4151-BC24-35E33B023668}" srcOrd="0" destOrd="0" presId="urn:microsoft.com/office/officeart/2018/2/layout/IconCircleList"/>
    <dgm:cxn modelId="{C4DDCC1A-E458-4BB9-8625-318DEFF7C7DE}" type="presOf" srcId="{298CC86A-173C-4AE6-895C-40E170E43963}" destId="{964B4D77-DF29-4F02-99B2-55FF6200C2E6}" srcOrd="0" destOrd="0" presId="urn:microsoft.com/office/officeart/2018/2/layout/IconCircleList"/>
    <dgm:cxn modelId="{D391B31C-5984-4139-A907-8D80B5A91470}" srcId="{FF2B8142-4546-4B78-B186-D4A71293D1A0}" destId="{79B9C86E-A1F1-46CE-860E-5F7D82F096BB}" srcOrd="0" destOrd="0" parTransId="{AC304731-2765-4675-971A-B5646A8A1872}" sibTransId="{298CC86A-173C-4AE6-895C-40E170E43963}"/>
    <dgm:cxn modelId="{1BC33425-1621-4844-9921-644D3A9CBF57}" type="presOf" srcId="{D2B62EA4-6D5E-49B4-B370-EAE89916A124}" destId="{F7D4C37C-6856-46D1-B208-C6DFE7086E82}" srcOrd="0" destOrd="0" presId="urn:microsoft.com/office/officeart/2018/2/layout/IconCircleList"/>
    <dgm:cxn modelId="{AE78E726-3063-4467-B302-4051AF3F21A9}" type="presOf" srcId="{FF2B8142-4546-4B78-B186-D4A71293D1A0}" destId="{9A21F324-2917-4EF2-BCC9-EA56B86B6975}" srcOrd="0" destOrd="0" presId="urn:microsoft.com/office/officeart/2018/2/layout/IconCircleList"/>
    <dgm:cxn modelId="{84CA072F-6373-4269-9344-7B0D1BCE6BBD}" type="presOf" srcId="{696D40A9-A42C-4F18-BA9D-853AAA722213}" destId="{4755A016-33C6-4F01-828A-DF2DEBC1854D}" srcOrd="0" destOrd="0" presId="urn:microsoft.com/office/officeart/2018/2/layout/IconCircleList"/>
    <dgm:cxn modelId="{C489783C-3094-4B01-B446-1FEBD79E7509}" type="presOf" srcId="{D5F5EFFD-66C1-4837-B3DE-4F3F16F4CFB7}" destId="{1DF52F44-2CAB-466C-8ABD-2CE8766282C9}" srcOrd="0" destOrd="0" presId="urn:microsoft.com/office/officeart/2018/2/layout/IconCircleList"/>
    <dgm:cxn modelId="{12E1405C-305F-454C-8D45-13442E0AEE82}" srcId="{FF2B8142-4546-4B78-B186-D4A71293D1A0}" destId="{DA9C7C54-61BA-424C-99F4-BDFAD5CA19F3}" srcOrd="6" destOrd="0" parTransId="{0E296C73-D562-420F-93D5-15F9F6A7703B}" sibTransId="{D5F5EFFD-66C1-4837-B3DE-4F3F16F4CFB7}"/>
    <dgm:cxn modelId="{713FEE46-10F0-4DDC-ADBF-617814182104}" type="presOf" srcId="{95318A66-D43F-4DAF-94E3-5BD700B931AF}" destId="{6663FDB3-9DA8-4E31-BCA5-0033A2097903}" srcOrd="0" destOrd="0" presId="urn:microsoft.com/office/officeart/2018/2/layout/IconCircleList"/>
    <dgm:cxn modelId="{2B4BE949-647B-472B-BE0E-3854ADBB8979}" type="presOf" srcId="{B2780C88-5628-4C42-9C63-7B76AED83F10}" destId="{10A5C30D-42A5-4767-BD05-0B6955764E99}" srcOrd="0" destOrd="0" presId="urn:microsoft.com/office/officeart/2018/2/layout/IconCircleList"/>
    <dgm:cxn modelId="{97D5386C-FFE6-45C4-AAC8-1D250E97F58E}" type="presOf" srcId="{1D212675-0F83-4A94-8846-B0121D045624}" destId="{6D6C9577-02C5-4960-B8A8-3ACAC3FE5D58}" srcOrd="0" destOrd="0" presId="urn:microsoft.com/office/officeart/2018/2/layout/IconCircleList"/>
    <dgm:cxn modelId="{E48E5758-1DEF-42B7-A8C9-8D14E98A958F}" srcId="{FF2B8142-4546-4B78-B186-D4A71293D1A0}" destId="{696D40A9-A42C-4F18-BA9D-853AAA722213}" srcOrd="5" destOrd="0" parTransId="{212866A7-3844-4C85-985F-3DFBADCAD659}" sibTransId="{1D212675-0F83-4A94-8846-B0121D045624}"/>
    <dgm:cxn modelId="{7BD5597D-3305-4004-9511-85FD19527E1C}" srcId="{FF2B8142-4546-4B78-B186-D4A71293D1A0}" destId="{5B0ECDAC-883E-41D0-A3F7-1ACE4CB4A953}" srcOrd="4" destOrd="0" parTransId="{6DC12A7F-5836-4753-A220-8817584517A0}" sibTransId="{B2780C88-5628-4C42-9C63-7B76AED83F10}"/>
    <dgm:cxn modelId="{AEDDB18B-BFD6-48A8-A715-D40BD75177D5}" type="presOf" srcId="{6C545F4F-1C21-476E-ABB6-7B3AC99C9AB3}" destId="{0F222FED-3025-4629-AF99-1B8FE877DFE4}" srcOrd="0" destOrd="0" presId="urn:microsoft.com/office/officeart/2018/2/layout/IconCircleList"/>
    <dgm:cxn modelId="{FC6EB68E-FA9C-4DEB-AA5F-8BD47BC711BE}" srcId="{FF2B8142-4546-4B78-B186-D4A71293D1A0}" destId="{0CCA278C-F031-41FA-B05B-CE37C5F94A58}" srcOrd="3" destOrd="0" parTransId="{3DB2B4F1-1A3D-4258-8D2C-FD8C0F68FCA9}" sibTransId="{D2B62EA4-6D5E-49B4-B370-EAE89916A124}"/>
    <dgm:cxn modelId="{B1D6A28F-AF33-4E3D-BC95-D09523795825}" srcId="{FF2B8142-4546-4B78-B186-D4A71293D1A0}" destId="{6C545F4F-1C21-476E-ABB6-7B3AC99C9AB3}" srcOrd="7" destOrd="0" parTransId="{4D9D9DEC-05E6-420D-981D-876C513AA2E3}" sibTransId="{5804F4A9-53FC-410D-816A-E0612B7255C3}"/>
    <dgm:cxn modelId="{92BD2C93-F799-4A21-A217-0C8B8311AB23}" srcId="{FF2B8142-4546-4B78-B186-D4A71293D1A0}" destId="{AABB554F-8E0B-4052-977F-7A780167F3DA}" srcOrd="2" destOrd="0" parTransId="{B697CFDF-A305-42F0-869C-FCD4CD187740}" sibTransId="{BD375AF2-1793-423D-8F59-052729AF3958}"/>
    <dgm:cxn modelId="{80A50498-E34D-4620-A40C-581B4DF94731}" type="presOf" srcId="{5B0ECDAC-883E-41D0-A3F7-1ACE4CB4A953}" destId="{137AB915-DF97-4B1C-9C9F-6FA86C2B2719}" srcOrd="0" destOrd="0" presId="urn:microsoft.com/office/officeart/2018/2/layout/IconCircleList"/>
    <dgm:cxn modelId="{159EF4A2-EF39-4F48-BC83-0289C738DC51}" type="presOf" srcId="{DA9C7C54-61BA-424C-99F4-BDFAD5CA19F3}" destId="{EDABD129-BE8B-48A7-B708-0244C875FE8B}" srcOrd="0" destOrd="0" presId="urn:microsoft.com/office/officeart/2018/2/layout/IconCircleList"/>
    <dgm:cxn modelId="{421DA8A5-429F-464C-96CC-DD3295B22112}" type="presOf" srcId="{BD375AF2-1793-423D-8F59-052729AF3958}" destId="{66321C8F-E87B-475C-AD46-E69B823FB674}" srcOrd="0" destOrd="0" presId="urn:microsoft.com/office/officeart/2018/2/layout/IconCircleList"/>
    <dgm:cxn modelId="{CA8092AA-A6C1-41CC-950B-0892B7CF84CF}" type="presOf" srcId="{79B9C86E-A1F1-46CE-860E-5F7D82F096BB}" destId="{CDBEF3B0-AAC4-473A-9926-B0DAABAE432C}" srcOrd="0" destOrd="0" presId="urn:microsoft.com/office/officeart/2018/2/layout/IconCircleList"/>
    <dgm:cxn modelId="{C00761CE-2250-4D6B-A487-206E50FDDD1A}" type="presOf" srcId="{90B2EAD8-B239-4269-B355-FDA09FCCBF7B}" destId="{0739488C-B5A7-424F-B2B2-D9AF3B83C634}" srcOrd="0" destOrd="0" presId="urn:microsoft.com/office/officeart/2018/2/layout/IconCircleList"/>
    <dgm:cxn modelId="{0DC038E8-30FF-4FC9-8E07-76863F8C1FB5}" srcId="{FF2B8142-4546-4B78-B186-D4A71293D1A0}" destId="{95318A66-D43F-4DAF-94E3-5BD700B931AF}" srcOrd="1" destOrd="0" parTransId="{9ADD81E5-1D7C-498C-9CAF-BDE0838F1D0E}" sibTransId="{90B2EAD8-B239-4269-B355-FDA09FCCBF7B}"/>
    <dgm:cxn modelId="{5B8A79EE-E070-477A-ADBA-706742839040}" type="presOf" srcId="{0CCA278C-F031-41FA-B05B-CE37C5F94A58}" destId="{5AAFEB09-8BEA-4C90-BB79-48EB48A18DC0}" srcOrd="0" destOrd="0" presId="urn:microsoft.com/office/officeart/2018/2/layout/IconCircleList"/>
    <dgm:cxn modelId="{7C0BA592-39C9-47ED-8996-BCBE2531FBF2}" type="presParOf" srcId="{9A21F324-2917-4EF2-BCC9-EA56B86B6975}" destId="{6D0C149B-478F-4308-837E-1A27344FAD48}" srcOrd="0" destOrd="0" presId="urn:microsoft.com/office/officeart/2018/2/layout/IconCircleList"/>
    <dgm:cxn modelId="{E4883FFF-B011-4DD2-AB23-6B41F7BAB224}" type="presParOf" srcId="{6D0C149B-478F-4308-837E-1A27344FAD48}" destId="{2C76CE2B-25CB-429D-A88E-F3921078B2EE}" srcOrd="0" destOrd="0" presId="urn:microsoft.com/office/officeart/2018/2/layout/IconCircleList"/>
    <dgm:cxn modelId="{A18B599C-CAD5-421D-80D7-3612CC9751DF}" type="presParOf" srcId="{2C76CE2B-25CB-429D-A88E-F3921078B2EE}" destId="{FCE64579-80E1-491A-B5F4-CD21B53AA445}" srcOrd="0" destOrd="0" presId="urn:microsoft.com/office/officeart/2018/2/layout/IconCircleList"/>
    <dgm:cxn modelId="{6E0CB20D-E72D-4A47-9E7A-328178944455}" type="presParOf" srcId="{2C76CE2B-25CB-429D-A88E-F3921078B2EE}" destId="{A961DDC1-916E-4B8B-A04A-4AA4166ECBB9}" srcOrd="1" destOrd="0" presId="urn:microsoft.com/office/officeart/2018/2/layout/IconCircleList"/>
    <dgm:cxn modelId="{FC680527-6DFB-408D-9642-49CB3AABBE0E}" type="presParOf" srcId="{2C76CE2B-25CB-429D-A88E-F3921078B2EE}" destId="{65594A42-A877-4B3E-839C-1A932D751037}" srcOrd="2" destOrd="0" presId="urn:microsoft.com/office/officeart/2018/2/layout/IconCircleList"/>
    <dgm:cxn modelId="{AFB4FC1E-B394-4C11-A50F-931F321FEC02}" type="presParOf" srcId="{2C76CE2B-25CB-429D-A88E-F3921078B2EE}" destId="{CDBEF3B0-AAC4-473A-9926-B0DAABAE432C}" srcOrd="3" destOrd="0" presId="urn:microsoft.com/office/officeart/2018/2/layout/IconCircleList"/>
    <dgm:cxn modelId="{2435168D-742E-4EBE-AB57-F4FEC74B178C}" type="presParOf" srcId="{6D0C149B-478F-4308-837E-1A27344FAD48}" destId="{964B4D77-DF29-4F02-99B2-55FF6200C2E6}" srcOrd="1" destOrd="0" presId="urn:microsoft.com/office/officeart/2018/2/layout/IconCircleList"/>
    <dgm:cxn modelId="{8824EA34-1E17-4CC5-9F39-43A31C3038FF}" type="presParOf" srcId="{6D0C149B-478F-4308-837E-1A27344FAD48}" destId="{1B9B13E3-06EF-47E2-91EA-A29FF3E87C02}" srcOrd="2" destOrd="0" presId="urn:microsoft.com/office/officeart/2018/2/layout/IconCircleList"/>
    <dgm:cxn modelId="{33B85156-246D-4F79-9DAC-926CD52FB092}" type="presParOf" srcId="{1B9B13E3-06EF-47E2-91EA-A29FF3E87C02}" destId="{02BF4892-0F72-47BE-8326-CB6D7663A4DB}" srcOrd="0" destOrd="0" presId="urn:microsoft.com/office/officeart/2018/2/layout/IconCircleList"/>
    <dgm:cxn modelId="{153C578F-417D-441E-BA18-CB7F0DD2F94D}" type="presParOf" srcId="{1B9B13E3-06EF-47E2-91EA-A29FF3E87C02}" destId="{3CC5615A-06D8-4687-8D34-32412E71C9A6}" srcOrd="1" destOrd="0" presId="urn:microsoft.com/office/officeart/2018/2/layout/IconCircleList"/>
    <dgm:cxn modelId="{3307CE99-B27E-440A-9955-1CEA73775C08}" type="presParOf" srcId="{1B9B13E3-06EF-47E2-91EA-A29FF3E87C02}" destId="{3F19CB20-D48E-4B13-96CB-6BB90539DB65}" srcOrd="2" destOrd="0" presId="urn:microsoft.com/office/officeart/2018/2/layout/IconCircleList"/>
    <dgm:cxn modelId="{43055BDD-BE25-4445-A535-B7C6DEE8CE29}" type="presParOf" srcId="{1B9B13E3-06EF-47E2-91EA-A29FF3E87C02}" destId="{6663FDB3-9DA8-4E31-BCA5-0033A2097903}" srcOrd="3" destOrd="0" presId="urn:microsoft.com/office/officeart/2018/2/layout/IconCircleList"/>
    <dgm:cxn modelId="{1F093721-DB01-477D-9100-6D5EA07A5505}" type="presParOf" srcId="{6D0C149B-478F-4308-837E-1A27344FAD48}" destId="{0739488C-B5A7-424F-B2B2-D9AF3B83C634}" srcOrd="3" destOrd="0" presId="urn:microsoft.com/office/officeart/2018/2/layout/IconCircleList"/>
    <dgm:cxn modelId="{003691F7-833A-4566-AB47-C91CED2570A3}" type="presParOf" srcId="{6D0C149B-478F-4308-837E-1A27344FAD48}" destId="{16BD86D5-23B7-4AA4-A63D-2B69C34B856A}" srcOrd="4" destOrd="0" presId="urn:microsoft.com/office/officeart/2018/2/layout/IconCircleList"/>
    <dgm:cxn modelId="{25B45631-0952-45AA-8EDB-F2C25408BF5A}" type="presParOf" srcId="{16BD86D5-23B7-4AA4-A63D-2B69C34B856A}" destId="{90B59365-1858-4E9D-BBA3-461009935AEA}" srcOrd="0" destOrd="0" presId="urn:microsoft.com/office/officeart/2018/2/layout/IconCircleList"/>
    <dgm:cxn modelId="{7EFB48E8-6A42-4705-B1C3-6C50E30FAB8B}" type="presParOf" srcId="{16BD86D5-23B7-4AA4-A63D-2B69C34B856A}" destId="{4FFE2F01-FFA6-4D5E-96F3-77651DFB3ACF}" srcOrd="1" destOrd="0" presId="urn:microsoft.com/office/officeart/2018/2/layout/IconCircleList"/>
    <dgm:cxn modelId="{FA14F2FD-156C-4D72-835D-BCB9AB9AF910}" type="presParOf" srcId="{16BD86D5-23B7-4AA4-A63D-2B69C34B856A}" destId="{F0624160-C126-4F0E-9031-B1D958DDC421}" srcOrd="2" destOrd="0" presId="urn:microsoft.com/office/officeart/2018/2/layout/IconCircleList"/>
    <dgm:cxn modelId="{26675359-A440-4452-BC87-D26D84B92B33}" type="presParOf" srcId="{16BD86D5-23B7-4AA4-A63D-2B69C34B856A}" destId="{6CEEC9EA-672D-4151-BC24-35E33B023668}" srcOrd="3" destOrd="0" presId="urn:microsoft.com/office/officeart/2018/2/layout/IconCircleList"/>
    <dgm:cxn modelId="{B58A07A6-C7B9-45A7-B0B3-52FA6B3194FD}" type="presParOf" srcId="{6D0C149B-478F-4308-837E-1A27344FAD48}" destId="{66321C8F-E87B-475C-AD46-E69B823FB674}" srcOrd="5" destOrd="0" presId="urn:microsoft.com/office/officeart/2018/2/layout/IconCircleList"/>
    <dgm:cxn modelId="{CB23652D-5F7C-4797-B31A-6A561120D590}" type="presParOf" srcId="{6D0C149B-478F-4308-837E-1A27344FAD48}" destId="{3B991965-51A2-42CF-92CE-B7D9A920A1B5}" srcOrd="6" destOrd="0" presId="urn:microsoft.com/office/officeart/2018/2/layout/IconCircleList"/>
    <dgm:cxn modelId="{6D6FAF88-B278-4591-8FCE-C22BFBBF190A}" type="presParOf" srcId="{3B991965-51A2-42CF-92CE-B7D9A920A1B5}" destId="{24024C4B-78BB-4E90-818C-347D0457A87D}" srcOrd="0" destOrd="0" presId="urn:microsoft.com/office/officeart/2018/2/layout/IconCircleList"/>
    <dgm:cxn modelId="{2B852C3F-139D-4D4B-85A2-0B2D4F2FA10A}" type="presParOf" srcId="{3B991965-51A2-42CF-92CE-B7D9A920A1B5}" destId="{0816F534-F697-40E0-8A3A-78A3AD962B37}" srcOrd="1" destOrd="0" presId="urn:microsoft.com/office/officeart/2018/2/layout/IconCircleList"/>
    <dgm:cxn modelId="{FACEA883-74C8-4653-A91A-9D127E5903D5}" type="presParOf" srcId="{3B991965-51A2-42CF-92CE-B7D9A920A1B5}" destId="{88559A82-944B-4A7F-9642-5F4D8CD97C1F}" srcOrd="2" destOrd="0" presId="urn:microsoft.com/office/officeart/2018/2/layout/IconCircleList"/>
    <dgm:cxn modelId="{FD2EA960-EC4D-44EA-B08E-9205404C70C9}" type="presParOf" srcId="{3B991965-51A2-42CF-92CE-B7D9A920A1B5}" destId="{5AAFEB09-8BEA-4C90-BB79-48EB48A18DC0}" srcOrd="3" destOrd="0" presId="urn:microsoft.com/office/officeart/2018/2/layout/IconCircleList"/>
    <dgm:cxn modelId="{8A17B3C1-15A2-43BE-971C-68E6DFCDB2F4}" type="presParOf" srcId="{6D0C149B-478F-4308-837E-1A27344FAD48}" destId="{F7D4C37C-6856-46D1-B208-C6DFE7086E82}" srcOrd="7" destOrd="0" presId="urn:microsoft.com/office/officeart/2018/2/layout/IconCircleList"/>
    <dgm:cxn modelId="{35214C13-7FFC-48B3-888D-5F06B8E1B17A}" type="presParOf" srcId="{6D0C149B-478F-4308-837E-1A27344FAD48}" destId="{BE20D802-6115-4DF9-AAF3-729E23CC0506}" srcOrd="8" destOrd="0" presId="urn:microsoft.com/office/officeart/2018/2/layout/IconCircleList"/>
    <dgm:cxn modelId="{04491876-E233-4E45-81B6-C0D776E70697}" type="presParOf" srcId="{BE20D802-6115-4DF9-AAF3-729E23CC0506}" destId="{90B3A036-21CB-4A96-9B0F-B56A9490C7A7}" srcOrd="0" destOrd="0" presId="urn:microsoft.com/office/officeart/2018/2/layout/IconCircleList"/>
    <dgm:cxn modelId="{2A8E57BB-AD7E-4FE7-912C-4F8D190AA271}" type="presParOf" srcId="{BE20D802-6115-4DF9-AAF3-729E23CC0506}" destId="{1A6D9060-0831-44BA-B22F-B8CBBED34FCD}" srcOrd="1" destOrd="0" presId="urn:microsoft.com/office/officeart/2018/2/layout/IconCircleList"/>
    <dgm:cxn modelId="{ED336342-F1E1-4453-BFBD-2C27789695D4}" type="presParOf" srcId="{BE20D802-6115-4DF9-AAF3-729E23CC0506}" destId="{CC61988E-1F0B-47E4-850D-3742150851B3}" srcOrd="2" destOrd="0" presId="urn:microsoft.com/office/officeart/2018/2/layout/IconCircleList"/>
    <dgm:cxn modelId="{434295BD-B6B4-4553-9884-D0F957348176}" type="presParOf" srcId="{BE20D802-6115-4DF9-AAF3-729E23CC0506}" destId="{137AB915-DF97-4B1C-9C9F-6FA86C2B2719}" srcOrd="3" destOrd="0" presId="urn:microsoft.com/office/officeart/2018/2/layout/IconCircleList"/>
    <dgm:cxn modelId="{FEB62577-76BC-490F-BA10-BD9C4B8A6A1C}" type="presParOf" srcId="{6D0C149B-478F-4308-837E-1A27344FAD48}" destId="{10A5C30D-42A5-4767-BD05-0B6955764E99}" srcOrd="9" destOrd="0" presId="urn:microsoft.com/office/officeart/2018/2/layout/IconCircleList"/>
    <dgm:cxn modelId="{756A2B6E-35C7-4BDE-B163-B80FD6C2E766}" type="presParOf" srcId="{6D0C149B-478F-4308-837E-1A27344FAD48}" destId="{11B1CCE2-F675-4722-958A-9DC788370ABD}" srcOrd="10" destOrd="0" presId="urn:microsoft.com/office/officeart/2018/2/layout/IconCircleList"/>
    <dgm:cxn modelId="{B7658539-596F-47BA-AB0D-2C655A7153C3}" type="presParOf" srcId="{11B1CCE2-F675-4722-958A-9DC788370ABD}" destId="{1334329B-BED8-4FD3-8360-09EE8E8DF681}" srcOrd="0" destOrd="0" presId="urn:microsoft.com/office/officeart/2018/2/layout/IconCircleList"/>
    <dgm:cxn modelId="{5E40E3DB-8F5B-40C9-97A9-BADD61C6B781}" type="presParOf" srcId="{11B1CCE2-F675-4722-958A-9DC788370ABD}" destId="{11EC7755-3013-4388-8500-48B872CB0AA2}" srcOrd="1" destOrd="0" presId="urn:microsoft.com/office/officeart/2018/2/layout/IconCircleList"/>
    <dgm:cxn modelId="{1E30087B-1BCE-495D-86BE-A922F28022A1}" type="presParOf" srcId="{11B1CCE2-F675-4722-958A-9DC788370ABD}" destId="{8BAEE6DE-D0BC-4749-89BF-A10709D7303E}" srcOrd="2" destOrd="0" presId="urn:microsoft.com/office/officeart/2018/2/layout/IconCircleList"/>
    <dgm:cxn modelId="{925AF658-A329-4A9A-98A0-54348198BF1C}" type="presParOf" srcId="{11B1CCE2-F675-4722-958A-9DC788370ABD}" destId="{4755A016-33C6-4F01-828A-DF2DEBC1854D}" srcOrd="3" destOrd="0" presId="urn:microsoft.com/office/officeart/2018/2/layout/IconCircleList"/>
    <dgm:cxn modelId="{A8982556-BE69-468D-89BA-752ED536F79F}" type="presParOf" srcId="{6D0C149B-478F-4308-837E-1A27344FAD48}" destId="{6D6C9577-02C5-4960-B8A8-3ACAC3FE5D58}" srcOrd="11" destOrd="0" presId="urn:microsoft.com/office/officeart/2018/2/layout/IconCircleList"/>
    <dgm:cxn modelId="{0A642E34-27BE-4B05-9B50-629582322484}" type="presParOf" srcId="{6D0C149B-478F-4308-837E-1A27344FAD48}" destId="{015A391B-B7BA-4FD9-9512-16680B989E5C}" srcOrd="12" destOrd="0" presId="urn:microsoft.com/office/officeart/2018/2/layout/IconCircleList"/>
    <dgm:cxn modelId="{6103A00B-1777-429D-94C8-923D2F0231C2}" type="presParOf" srcId="{015A391B-B7BA-4FD9-9512-16680B989E5C}" destId="{9616CBF5-8973-4EB1-AA36-9DE57530B779}" srcOrd="0" destOrd="0" presId="urn:microsoft.com/office/officeart/2018/2/layout/IconCircleList"/>
    <dgm:cxn modelId="{E3783BA9-03CF-4B45-8269-07FA7825A867}" type="presParOf" srcId="{015A391B-B7BA-4FD9-9512-16680B989E5C}" destId="{6B0B3C40-C728-45B6-890D-508B0C72C4CA}" srcOrd="1" destOrd="0" presId="urn:microsoft.com/office/officeart/2018/2/layout/IconCircleList"/>
    <dgm:cxn modelId="{EE634D00-9287-4453-BEA6-93E974618E24}" type="presParOf" srcId="{015A391B-B7BA-4FD9-9512-16680B989E5C}" destId="{16197F3F-6FD6-4C0D-8D4E-1A4A815A53D0}" srcOrd="2" destOrd="0" presId="urn:microsoft.com/office/officeart/2018/2/layout/IconCircleList"/>
    <dgm:cxn modelId="{5C2D9496-C3D2-4CE9-8315-AC00C54CBC31}" type="presParOf" srcId="{015A391B-B7BA-4FD9-9512-16680B989E5C}" destId="{EDABD129-BE8B-48A7-B708-0244C875FE8B}" srcOrd="3" destOrd="0" presId="urn:microsoft.com/office/officeart/2018/2/layout/IconCircleList"/>
    <dgm:cxn modelId="{086CB8E0-2433-48D8-9DB2-098C2BAEF865}" type="presParOf" srcId="{6D0C149B-478F-4308-837E-1A27344FAD48}" destId="{1DF52F44-2CAB-466C-8ABD-2CE8766282C9}" srcOrd="13" destOrd="0" presId="urn:microsoft.com/office/officeart/2018/2/layout/IconCircleList"/>
    <dgm:cxn modelId="{D5689F96-5F57-4184-8A80-9FC357DD131D}" type="presParOf" srcId="{6D0C149B-478F-4308-837E-1A27344FAD48}" destId="{5F0A2479-1201-4299-B852-8F17E553B790}" srcOrd="14" destOrd="0" presId="urn:microsoft.com/office/officeart/2018/2/layout/IconCircleList"/>
    <dgm:cxn modelId="{D9183491-6CDF-4B38-877C-AC70D4D2B219}" type="presParOf" srcId="{5F0A2479-1201-4299-B852-8F17E553B790}" destId="{D6C67F0A-E5EA-47D9-98E9-8765AF270AC4}" srcOrd="0" destOrd="0" presId="urn:microsoft.com/office/officeart/2018/2/layout/IconCircleList"/>
    <dgm:cxn modelId="{98FA884B-FB55-481A-8D77-77E34A4F9E77}" type="presParOf" srcId="{5F0A2479-1201-4299-B852-8F17E553B790}" destId="{42E4E053-F774-4F96-BA5E-2A1261344ED6}" srcOrd="1" destOrd="0" presId="urn:microsoft.com/office/officeart/2018/2/layout/IconCircleList"/>
    <dgm:cxn modelId="{3B653FDD-ABD1-46FB-8913-8A0F75E42A7F}" type="presParOf" srcId="{5F0A2479-1201-4299-B852-8F17E553B790}" destId="{33974D70-F099-44BE-B27C-3388C91CA131}" srcOrd="2" destOrd="0" presId="urn:microsoft.com/office/officeart/2018/2/layout/IconCircleList"/>
    <dgm:cxn modelId="{281173A8-F956-4638-8F5A-E2F41E16118B}" type="presParOf" srcId="{5F0A2479-1201-4299-B852-8F17E553B790}" destId="{0F222FED-3025-4629-AF99-1B8FE877DFE4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4A02CAB-5E32-4FAC-B7AB-0012A8C806E3}" type="doc">
      <dgm:prSet loTypeId="urn:microsoft.com/office/officeart/2005/8/layout/orgChart1" loCatId="hierarchy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1438D206-8D29-4195-A18D-88DC8930263B}">
      <dgm:prSet/>
      <dgm:spPr/>
      <dgm:t>
        <a:bodyPr/>
        <a:lstStyle/>
        <a:p>
          <a:r>
            <a:rPr lang="en-US"/>
            <a:t>install a web server</a:t>
          </a:r>
        </a:p>
      </dgm:t>
    </dgm:pt>
    <dgm:pt modelId="{3FB15834-2FF7-4880-8FA1-81CFFC367FC0}" type="parTrans" cxnId="{4793A444-D9AD-4BAF-9937-717B19B0305D}">
      <dgm:prSet/>
      <dgm:spPr/>
      <dgm:t>
        <a:bodyPr/>
        <a:lstStyle/>
        <a:p>
          <a:endParaRPr lang="en-US"/>
        </a:p>
      </dgm:t>
    </dgm:pt>
    <dgm:pt modelId="{F62465FC-7DB0-46DF-B5F1-F13BCA9A166A}" type="sibTrans" cxnId="{4793A444-D9AD-4BAF-9937-717B19B0305D}">
      <dgm:prSet/>
      <dgm:spPr/>
      <dgm:t>
        <a:bodyPr/>
        <a:lstStyle/>
        <a:p>
          <a:endParaRPr lang="en-US"/>
        </a:p>
      </dgm:t>
    </dgm:pt>
    <dgm:pt modelId="{795F0A8B-48D3-4E8B-8E24-8CFF18CEF6B1}">
      <dgm:prSet/>
      <dgm:spPr/>
      <dgm:t>
        <a:bodyPr/>
        <a:lstStyle/>
        <a:p>
          <a:r>
            <a:rPr lang="en-US"/>
            <a:t>install a database, such as MySQL</a:t>
          </a:r>
        </a:p>
      </dgm:t>
    </dgm:pt>
    <dgm:pt modelId="{9C4A05A0-9B64-4BFC-B544-660578EED12A}" type="parTrans" cxnId="{50239EA2-AC78-40FA-B7A8-6703A62846EC}">
      <dgm:prSet/>
      <dgm:spPr/>
      <dgm:t>
        <a:bodyPr/>
        <a:lstStyle/>
        <a:p>
          <a:endParaRPr lang="en-US"/>
        </a:p>
      </dgm:t>
    </dgm:pt>
    <dgm:pt modelId="{158098E6-FCF3-463A-A1AB-EFB43C2BA8FB}" type="sibTrans" cxnId="{50239EA2-AC78-40FA-B7A8-6703A62846EC}">
      <dgm:prSet/>
      <dgm:spPr/>
      <dgm:t>
        <a:bodyPr/>
        <a:lstStyle/>
        <a:p>
          <a:endParaRPr lang="en-US"/>
        </a:p>
      </dgm:t>
    </dgm:pt>
    <dgm:pt modelId="{C432DB98-C3CE-4C04-86A9-59257D0903F8}" type="pres">
      <dgm:prSet presAssocID="{14A02CAB-5E32-4FAC-B7AB-0012A8C806E3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643811EC-5D48-4858-AABE-EE960828A470}" type="pres">
      <dgm:prSet presAssocID="{1438D206-8D29-4195-A18D-88DC8930263B}" presName="hierRoot1" presStyleCnt="0">
        <dgm:presLayoutVars>
          <dgm:hierBranch val="init"/>
        </dgm:presLayoutVars>
      </dgm:prSet>
      <dgm:spPr/>
    </dgm:pt>
    <dgm:pt modelId="{5D74DA45-374C-423B-B107-F5EB2C17B04A}" type="pres">
      <dgm:prSet presAssocID="{1438D206-8D29-4195-A18D-88DC8930263B}" presName="rootComposite1" presStyleCnt="0"/>
      <dgm:spPr/>
    </dgm:pt>
    <dgm:pt modelId="{774CF263-014F-4491-9928-CD26E1546C7C}" type="pres">
      <dgm:prSet presAssocID="{1438D206-8D29-4195-A18D-88DC8930263B}" presName="rootText1" presStyleLbl="node0" presStyleIdx="0" presStyleCnt="2">
        <dgm:presLayoutVars>
          <dgm:chPref val="3"/>
        </dgm:presLayoutVars>
      </dgm:prSet>
      <dgm:spPr/>
    </dgm:pt>
    <dgm:pt modelId="{930181FC-F188-4748-8753-61384AC1592D}" type="pres">
      <dgm:prSet presAssocID="{1438D206-8D29-4195-A18D-88DC8930263B}" presName="rootConnector1" presStyleLbl="node1" presStyleIdx="0" presStyleCnt="0"/>
      <dgm:spPr/>
    </dgm:pt>
    <dgm:pt modelId="{02C2F078-B524-481A-A6A2-598282A9A9B6}" type="pres">
      <dgm:prSet presAssocID="{1438D206-8D29-4195-A18D-88DC8930263B}" presName="hierChild2" presStyleCnt="0"/>
      <dgm:spPr/>
    </dgm:pt>
    <dgm:pt modelId="{27DE807B-D311-4D88-BD16-D20BA1644AFA}" type="pres">
      <dgm:prSet presAssocID="{1438D206-8D29-4195-A18D-88DC8930263B}" presName="hierChild3" presStyleCnt="0"/>
      <dgm:spPr/>
    </dgm:pt>
    <dgm:pt modelId="{77B2BA40-66FF-490D-A63C-819969F610A7}" type="pres">
      <dgm:prSet presAssocID="{795F0A8B-48D3-4E8B-8E24-8CFF18CEF6B1}" presName="hierRoot1" presStyleCnt="0">
        <dgm:presLayoutVars>
          <dgm:hierBranch val="init"/>
        </dgm:presLayoutVars>
      </dgm:prSet>
      <dgm:spPr/>
    </dgm:pt>
    <dgm:pt modelId="{8D1F3112-65FA-4A45-83C4-D3BD0F502CA6}" type="pres">
      <dgm:prSet presAssocID="{795F0A8B-48D3-4E8B-8E24-8CFF18CEF6B1}" presName="rootComposite1" presStyleCnt="0"/>
      <dgm:spPr/>
    </dgm:pt>
    <dgm:pt modelId="{18D17032-243C-4509-9E21-47F7188359D7}" type="pres">
      <dgm:prSet presAssocID="{795F0A8B-48D3-4E8B-8E24-8CFF18CEF6B1}" presName="rootText1" presStyleLbl="node0" presStyleIdx="1" presStyleCnt="2">
        <dgm:presLayoutVars>
          <dgm:chPref val="3"/>
        </dgm:presLayoutVars>
      </dgm:prSet>
      <dgm:spPr/>
    </dgm:pt>
    <dgm:pt modelId="{4316A3BF-B8ED-4020-B1E3-1899328FDDBA}" type="pres">
      <dgm:prSet presAssocID="{795F0A8B-48D3-4E8B-8E24-8CFF18CEF6B1}" presName="rootConnector1" presStyleLbl="node1" presStyleIdx="0" presStyleCnt="0"/>
      <dgm:spPr/>
    </dgm:pt>
    <dgm:pt modelId="{3B356BF3-50BE-4239-A940-2C121B90BFB3}" type="pres">
      <dgm:prSet presAssocID="{795F0A8B-48D3-4E8B-8E24-8CFF18CEF6B1}" presName="hierChild2" presStyleCnt="0"/>
      <dgm:spPr/>
    </dgm:pt>
    <dgm:pt modelId="{7A46C488-41D0-4B1D-9DC1-9983EEA82673}" type="pres">
      <dgm:prSet presAssocID="{795F0A8B-48D3-4E8B-8E24-8CFF18CEF6B1}" presName="hierChild3" presStyleCnt="0"/>
      <dgm:spPr/>
    </dgm:pt>
  </dgm:ptLst>
  <dgm:cxnLst>
    <dgm:cxn modelId="{1EDD3D00-B0F1-4913-9223-960A6208BBEE}" type="presOf" srcId="{795F0A8B-48D3-4E8B-8E24-8CFF18CEF6B1}" destId="{4316A3BF-B8ED-4020-B1E3-1899328FDDBA}" srcOrd="1" destOrd="0" presId="urn:microsoft.com/office/officeart/2005/8/layout/orgChart1"/>
    <dgm:cxn modelId="{4E8DAE11-2105-43EA-9A04-CF49A019931C}" type="presOf" srcId="{1438D206-8D29-4195-A18D-88DC8930263B}" destId="{930181FC-F188-4748-8753-61384AC1592D}" srcOrd="1" destOrd="0" presId="urn:microsoft.com/office/officeart/2005/8/layout/orgChart1"/>
    <dgm:cxn modelId="{4793A444-D9AD-4BAF-9937-717B19B0305D}" srcId="{14A02CAB-5E32-4FAC-B7AB-0012A8C806E3}" destId="{1438D206-8D29-4195-A18D-88DC8930263B}" srcOrd="0" destOrd="0" parTransId="{3FB15834-2FF7-4880-8FA1-81CFFC367FC0}" sibTransId="{F62465FC-7DB0-46DF-B5F1-F13BCA9A166A}"/>
    <dgm:cxn modelId="{ECC5F259-383D-4ECC-9579-B72949CF078E}" type="presOf" srcId="{1438D206-8D29-4195-A18D-88DC8930263B}" destId="{774CF263-014F-4491-9928-CD26E1546C7C}" srcOrd="0" destOrd="0" presId="urn:microsoft.com/office/officeart/2005/8/layout/orgChart1"/>
    <dgm:cxn modelId="{0B3F1586-96D6-49D5-AB22-AAC465375E34}" type="presOf" srcId="{795F0A8B-48D3-4E8B-8E24-8CFF18CEF6B1}" destId="{18D17032-243C-4509-9E21-47F7188359D7}" srcOrd="0" destOrd="0" presId="urn:microsoft.com/office/officeart/2005/8/layout/orgChart1"/>
    <dgm:cxn modelId="{50239EA2-AC78-40FA-B7A8-6703A62846EC}" srcId="{14A02CAB-5E32-4FAC-B7AB-0012A8C806E3}" destId="{795F0A8B-48D3-4E8B-8E24-8CFF18CEF6B1}" srcOrd="1" destOrd="0" parTransId="{9C4A05A0-9B64-4BFC-B544-660578EED12A}" sibTransId="{158098E6-FCF3-463A-A1AB-EFB43C2BA8FB}"/>
    <dgm:cxn modelId="{C28899D1-FD3A-4E7D-B406-BCF1AA332552}" type="presOf" srcId="{14A02CAB-5E32-4FAC-B7AB-0012A8C806E3}" destId="{C432DB98-C3CE-4C04-86A9-59257D0903F8}" srcOrd="0" destOrd="0" presId="urn:microsoft.com/office/officeart/2005/8/layout/orgChart1"/>
    <dgm:cxn modelId="{B6A7DECC-8702-4038-B78F-2957066AEA2E}" type="presParOf" srcId="{C432DB98-C3CE-4C04-86A9-59257D0903F8}" destId="{643811EC-5D48-4858-AABE-EE960828A470}" srcOrd="0" destOrd="0" presId="urn:microsoft.com/office/officeart/2005/8/layout/orgChart1"/>
    <dgm:cxn modelId="{0B892BE0-9EEF-427D-8033-5ECE8F004383}" type="presParOf" srcId="{643811EC-5D48-4858-AABE-EE960828A470}" destId="{5D74DA45-374C-423B-B107-F5EB2C17B04A}" srcOrd="0" destOrd="0" presId="urn:microsoft.com/office/officeart/2005/8/layout/orgChart1"/>
    <dgm:cxn modelId="{23766225-60EE-4B31-89D8-0AF5B37FB4BC}" type="presParOf" srcId="{5D74DA45-374C-423B-B107-F5EB2C17B04A}" destId="{774CF263-014F-4491-9928-CD26E1546C7C}" srcOrd="0" destOrd="0" presId="urn:microsoft.com/office/officeart/2005/8/layout/orgChart1"/>
    <dgm:cxn modelId="{FE62F802-1691-4B0E-AC26-B021828A12C5}" type="presParOf" srcId="{5D74DA45-374C-423B-B107-F5EB2C17B04A}" destId="{930181FC-F188-4748-8753-61384AC1592D}" srcOrd="1" destOrd="0" presId="urn:microsoft.com/office/officeart/2005/8/layout/orgChart1"/>
    <dgm:cxn modelId="{617E9742-DC55-4E18-B560-19A118BB8A79}" type="presParOf" srcId="{643811EC-5D48-4858-AABE-EE960828A470}" destId="{02C2F078-B524-481A-A6A2-598282A9A9B6}" srcOrd="1" destOrd="0" presId="urn:microsoft.com/office/officeart/2005/8/layout/orgChart1"/>
    <dgm:cxn modelId="{C28941B7-4E6A-42DB-ABC2-E79F4102F5D8}" type="presParOf" srcId="{643811EC-5D48-4858-AABE-EE960828A470}" destId="{27DE807B-D311-4D88-BD16-D20BA1644AFA}" srcOrd="2" destOrd="0" presId="urn:microsoft.com/office/officeart/2005/8/layout/orgChart1"/>
    <dgm:cxn modelId="{9E4931A3-177A-4F72-BE31-02F4ADFE2BC9}" type="presParOf" srcId="{C432DB98-C3CE-4C04-86A9-59257D0903F8}" destId="{77B2BA40-66FF-490D-A63C-819969F610A7}" srcOrd="1" destOrd="0" presId="urn:microsoft.com/office/officeart/2005/8/layout/orgChart1"/>
    <dgm:cxn modelId="{C310602C-8E80-454A-BBCE-84FDAEE7DAC5}" type="presParOf" srcId="{77B2BA40-66FF-490D-A63C-819969F610A7}" destId="{8D1F3112-65FA-4A45-83C4-D3BD0F502CA6}" srcOrd="0" destOrd="0" presId="urn:microsoft.com/office/officeart/2005/8/layout/orgChart1"/>
    <dgm:cxn modelId="{B1202AD4-C642-4C8E-AFA3-74FEE1F3790F}" type="presParOf" srcId="{8D1F3112-65FA-4A45-83C4-D3BD0F502CA6}" destId="{18D17032-243C-4509-9E21-47F7188359D7}" srcOrd="0" destOrd="0" presId="urn:microsoft.com/office/officeart/2005/8/layout/orgChart1"/>
    <dgm:cxn modelId="{D5746FDE-E964-4240-AE83-8326C4627FB8}" type="presParOf" srcId="{8D1F3112-65FA-4A45-83C4-D3BD0F502CA6}" destId="{4316A3BF-B8ED-4020-B1E3-1899328FDDBA}" srcOrd="1" destOrd="0" presId="urn:microsoft.com/office/officeart/2005/8/layout/orgChart1"/>
    <dgm:cxn modelId="{60B3A1A8-92D4-4FFE-B059-F685C75F1C49}" type="presParOf" srcId="{77B2BA40-66FF-490D-A63C-819969F610A7}" destId="{3B356BF3-50BE-4239-A940-2C121B90BFB3}" srcOrd="1" destOrd="0" presId="urn:microsoft.com/office/officeart/2005/8/layout/orgChart1"/>
    <dgm:cxn modelId="{454393D5-64AD-42D9-9FF8-0B7CA25754A5}" type="presParOf" srcId="{77B2BA40-66FF-490D-A63C-819969F610A7}" destId="{7A46C488-41D0-4B1D-9DC1-9983EEA82673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061DAB4-5ADC-4CC0-BAF7-9CF8B3FB45FD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C22032A-FCF2-46AC-BAC2-9FE54A02CC69}">
      <dgm:prSet/>
      <dgm:spPr>
        <a:noFill/>
      </dgm:spPr>
      <dgm:t>
        <a:bodyPr/>
        <a:lstStyle/>
        <a:p>
          <a:r>
            <a:rPr lang="en-US" dirty="0">
              <a:solidFill>
                <a:schemeClr val="tx1"/>
              </a:solidFill>
            </a:rPr>
            <a:t>What is a Cookie?</a:t>
          </a:r>
        </a:p>
      </dgm:t>
    </dgm:pt>
    <dgm:pt modelId="{591F8E1E-3949-4A97-A8C1-0E1139788A41}" type="parTrans" cxnId="{62BFC7DE-54D5-473B-B135-3405030A2E6D}">
      <dgm:prSet/>
      <dgm:spPr/>
      <dgm:t>
        <a:bodyPr/>
        <a:lstStyle/>
        <a:p>
          <a:endParaRPr lang="en-US"/>
        </a:p>
      </dgm:t>
    </dgm:pt>
    <dgm:pt modelId="{2873CF17-24B4-4B3E-9D7C-7AE8AC2D46A2}" type="sibTrans" cxnId="{62BFC7DE-54D5-473B-B135-3405030A2E6D}">
      <dgm:prSet/>
      <dgm:spPr/>
      <dgm:t>
        <a:bodyPr/>
        <a:lstStyle/>
        <a:p>
          <a:endParaRPr lang="en-US"/>
        </a:p>
      </dgm:t>
    </dgm:pt>
    <dgm:pt modelId="{39276586-F765-4F5C-ADCF-5D410A5A96D3}">
      <dgm:prSet/>
      <dgm:spPr>
        <a:noFill/>
      </dgm:spPr>
      <dgm:t>
        <a:bodyPr/>
        <a:lstStyle/>
        <a:p>
          <a:r>
            <a:rPr lang="en-US" dirty="0">
              <a:solidFill>
                <a:schemeClr val="tx1"/>
              </a:solidFill>
            </a:rPr>
            <a:t>A cookie is often used to identify a user. A cookie is a small file that the server embeds on the user's computer. Each time the same computer requests a page with a browser, it will send the cookie too.</a:t>
          </a:r>
        </a:p>
      </dgm:t>
    </dgm:pt>
    <dgm:pt modelId="{EB5B6FF4-72BB-4A1B-9231-FFC1EE7CCFBD}" type="parTrans" cxnId="{2CB0C696-587A-44C7-A130-6FF3D36B61B5}">
      <dgm:prSet/>
      <dgm:spPr/>
      <dgm:t>
        <a:bodyPr/>
        <a:lstStyle/>
        <a:p>
          <a:endParaRPr lang="en-US"/>
        </a:p>
      </dgm:t>
    </dgm:pt>
    <dgm:pt modelId="{20B45497-F237-4C2C-832B-AAD6A356B993}" type="sibTrans" cxnId="{2CB0C696-587A-44C7-A130-6FF3D36B61B5}">
      <dgm:prSet/>
      <dgm:spPr/>
      <dgm:t>
        <a:bodyPr/>
        <a:lstStyle/>
        <a:p>
          <a:endParaRPr lang="en-US"/>
        </a:p>
      </dgm:t>
    </dgm:pt>
    <dgm:pt modelId="{7CCBBF9F-5A8D-4D47-84DB-9FD48C3DAB47}" type="pres">
      <dgm:prSet presAssocID="{E061DAB4-5ADC-4CC0-BAF7-9CF8B3FB45FD}" presName="linear" presStyleCnt="0">
        <dgm:presLayoutVars>
          <dgm:animLvl val="lvl"/>
          <dgm:resizeHandles val="exact"/>
        </dgm:presLayoutVars>
      </dgm:prSet>
      <dgm:spPr/>
    </dgm:pt>
    <dgm:pt modelId="{DB4CEC88-7C32-4A72-9C0A-4AC404A3A07D}" type="pres">
      <dgm:prSet presAssocID="{6C22032A-FCF2-46AC-BAC2-9FE54A02CC69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D9BE96AD-F423-45B8-BC34-B7E8CC0CE611}" type="pres">
      <dgm:prSet presAssocID="{2873CF17-24B4-4B3E-9D7C-7AE8AC2D46A2}" presName="spacer" presStyleCnt="0"/>
      <dgm:spPr/>
    </dgm:pt>
    <dgm:pt modelId="{01CA7E19-1FDF-45D1-935E-96A9B9ACB9C3}" type="pres">
      <dgm:prSet presAssocID="{39276586-F765-4F5C-ADCF-5D410A5A96D3}" presName="parentText" presStyleLbl="node1" presStyleIdx="1" presStyleCnt="2">
        <dgm:presLayoutVars>
          <dgm:chMax val="0"/>
          <dgm:bulletEnabled val="1"/>
        </dgm:presLayoutVars>
      </dgm:prSet>
      <dgm:spPr/>
    </dgm:pt>
  </dgm:ptLst>
  <dgm:cxnLst>
    <dgm:cxn modelId="{8393E549-259D-4894-9DA3-ECAB3573BB97}" type="presOf" srcId="{39276586-F765-4F5C-ADCF-5D410A5A96D3}" destId="{01CA7E19-1FDF-45D1-935E-96A9B9ACB9C3}" srcOrd="0" destOrd="0" presId="urn:microsoft.com/office/officeart/2005/8/layout/vList2"/>
    <dgm:cxn modelId="{2CB0C696-587A-44C7-A130-6FF3D36B61B5}" srcId="{E061DAB4-5ADC-4CC0-BAF7-9CF8B3FB45FD}" destId="{39276586-F765-4F5C-ADCF-5D410A5A96D3}" srcOrd="1" destOrd="0" parTransId="{EB5B6FF4-72BB-4A1B-9231-FFC1EE7CCFBD}" sibTransId="{20B45497-F237-4C2C-832B-AAD6A356B993}"/>
    <dgm:cxn modelId="{1E79AEA2-31AD-4C7A-9B09-B6CD53BC9A1A}" type="presOf" srcId="{6C22032A-FCF2-46AC-BAC2-9FE54A02CC69}" destId="{DB4CEC88-7C32-4A72-9C0A-4AC404A3A07D}" srcOrd="0" destOrd="0" presId="urn:microsoft.com/office/officeart/2005/8/layout/vList2"/>
    <dgm:cxn modelId="{C95E65C3-059C-4E15-AB8A-ED259B74BADE}" type="presOf" srcId="{E061DAB4-5ADC-4CC0-BAF7-9CF8B3FB45FD}" destId="{7CCBBF9F-5A8D-4D47-84DB-9FD48C3DAB47}" srcOrd="0" destOrd="0" presId="urn:microsoft.com/office/officeart/2005/8/layout/vList2"/>
    <dgm:cxn modelId="{62BFC7DE-54D5-473B-B135-3405030A2E6D}" srcId="{E061DAB4-5ADC-4CC0-BAF7-9CF8B3FB45FD}" destId="{6C22032A-FCF2-46AC-BAC2-9FE54A02CC69}" srcOrd="0" destOrd="0" parTransId="{591F8E1E-3949-4A97-A8C1-0E1139788A41}" sibTransId="{2873CF17-24B4-4B3E-9D7C-7AE8AC2D46A2}"/>
    <dgm:cxn modelId="{9E1ED319-4276-4E41-B5F9-A1AD24FF41A3}" type="presParOf" srcId="{7CCBBF9F-5A8D-4D47-84DB-9FD48C3DAB47}" destId="{DB4CEC88-7C32-4A72-9C0A-4AC404A3A07D}" srcOrd="0" destOrd="0" presId="urn:microsoft.com/office/officeart/2005/8/layout/vList2"/>
    <dgm:cxn modelId="{B75B9BB6-5874-4561-891A-3815FE85D976}" type="presParOf" srcId="{7CCBBF9F-5A8D-4D47-84DB-9FD48C3DAB47}" destId="{D9BE96AD-F423-45B8-BC34-B7E8CC0CE611}" srcOrd="1" destOrd="0" presId="urn:microsoft.com/office/officeart/2005/8/layout/vList2"/>
    <dgm:cxn modelId="{D54C767E-1ECB-4B86-A272-32B2EA7F98C0}" type="presParOf" srcId="{7CCBBF9F-5A8D-4D47-84DB-9FD48C3DAB47}" destId="{01CA7E19-1FDF-45D1-935E-96A9B9ACB9C3}" srcOrd="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CE64579-80E1-491A-B5F4-CD21B53AA445}">
      <dsp:nvSpPr>
        <dsp:cNvPr id="0" name=""/>
        <dsp:cNvSpPr/>
      </dsp:nvSpPr>
      <dsp:spPr>
        <a:xfrm>
          <a:off x="205509" y="16114"/>
          <a:ext cx="911674" cy="911674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961DDC1-916E-4B8B-A04A-4AA4166ECBB9}">
      <dsp:nvSpPr>
        <dsp:cNvPr id="0" name=""/>
        <dsp:cNvSpPr/>
      </dsp:nvSpPr>
      <dsp:spPr>
        <a:xfrm>
          <a:off x="396960" y="207566"/>
          <a:ext cx="528770" cy="52877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DBEF3B0-AAC4-473A-9926-B0DAABAE432C}">
      <dsp:nvSpPr>
        <dsp:cNvPr id="0" name=""/>
        <dsp:cNvSpPr/>
      </dsp:nvSpPr>
      <dsp:spPr>
        <a:xfrm>
          <a:off x="1312541" y="16114"/>
          <a:ext cx="2148945" cy="9116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Open-source &amp; free</a:t>
          </a:r>
        </a:p>
      </dsp:txBody>
      <dsp:txXfrm>
        <a:off x="1312541" y="16114"/>
        <a:ext cx="2148945" cy="911674"/>
      </dsp:txXfrm>
    </dsp:sp>
    <dsp:sp modelId="{02BF4892-0F72-47BE-8326-CB6D7663A4DB}">
      <dsp:nvSpPr>
        <dsp:cNvPr id="0" name=""/>
        <dsp:cNvSpPr/>
      </dsp:nvSpPr>
      <dsp:spPr>
        <a:xfrm>
          <a:off x="3835925" y="16114"/>
          <a:ext cx="911674" cy="911674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CC5615A-06D8-4687-8D34-32412E71C9A6}">
      <dsp:nvSpPr>
        <dsp:cNvPr id="0" name=""/>
        <dsp:cNvSpPr/>
      </dsp:nvSpPr>
      <dsp:spPr>
        <a:xfrm>
          <a:off x="4027376" y="207566"/>
          <a:ext cx="528770" cy="52877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663FDB3-9DA8-4E31-BCA5-0033A2097903}">
      <dsp:nvSpPr>
        <dsp:cNvPr id="0" name=""/>
        <dsp:cNvSpPr/>
      </dsp:nvSpPr>
      <dsp:spPr>
        <a:xfrm>
          <a:off x="4942957" y="16114"/>
          <a:ext cx="2148945" cy="9116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Server-side scripting</a:t>
          </a:r>
        </a:p>
      </dsp:txBody>
      <dsp:txXfrm>
        <a:off x="4942957" y="16114"/>
        <a:ext cx="2148945" cy="911674"/>
      </dsp:txXfrm>
    </dsp:sp>
    <dsp:sp modelId="{90B59365-1858-4E9D-BBA3-461009935AEA}">
      <dsp:nvSpPr>
        <dsp:cNvPr id="0" name=""/>
        <dsp:cNvSpPr/>
      </dsp:nvSpPr>
      <dsp:spPr>
        <a:xfrm>
          <a:off x="7466341" y="16114"/>
          <a:ext cx="911674" cy="911674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FFE2F01-FFA6-4D5E-96F3-77651DFB3ACF}">
      <dsp:nvSpPr>
        <dsp:cNvPr id="0" name=""/>
        <dsp:cNvSpPr/>
      </dsp:nvSpPr>
      <dsp:spPr>
        <a:xfrm>
          <a:off x="7657792" y="207566"/>
          <a:ext cx="528770" cy="52877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CEEC9EA-672D-4151-BC24-35E33B023668}">
      <dsp:nvSpPr>
        <dsp:cNvPr id="0" name=""/>
        <dsp:cNvSpPr/>
      </dsp:nvSpPr>
      <dsp:spPr>
        <a:xfrm>
          <a:off x="8573374" y="16114"/>
          <a:ext cx="2148945" cy="9116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Easy to learn</a:t>
          </a:r>
        </a:p>
      </dsp:txBody>
      <dsp:txXfrm>
        <a:off x="8573374" y="16114"/>
        <a:ext cx="2148945" cy="911674"/>
      </dsp:txXfrm>
    </dsp:sp>
    <dsp:sp modelId="{24024C4B-78BB-4E90-818C-347D0457A87D}">
      <dsp:nvSpPr>
        <dsp:cNvPr id="0" name=""/>
        <dsp:cNvSpPr/>
      </dsp:nvSpPr>
      <dsp:spPr>
        <a:xfrm>
          <a:off x="205509" y="1640565"/>
          <a:ext cx="911674" cy="911674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816F534-F697-40E0-8A3A-78A3AD962B37}">
      <dsp:nvSpPr>
        <dsp:cNvPr id="0" name=""/>
        <dsp:cNvSpPr/>
      </dsp:nvSpPr>
      <dsp:spPr>
        <a:xfrm>
          <a:off x="396960" y="1832017"/>
          <a:ext cx="528770" cy="52877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AAFEB09-8BEA-4C90-BB79-48EB48A18DC0}">
      <dsp:nvSpPr>
        <dsp:cNvPr id="0" name=""/>
        <dsp:cNvSpPr/>
      </dsp:nvSpPr>
      <dsp:spPr>
        <a:xfrm>
          <a:off x="1312541" y="1640565"/>
          <a:ext cx="2148945" cy="9116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Platform independent</a:t>
          </a:r>
        </a:p>
      </dsp:txBody>
      <dsp:txXfrm>
        <a:off x="1312541" y="1640565"/>
        <a:ext cx="2148945" cy="911674"/>
      </dsp:txXfrm>
    </dsp:sp>
    <dsp:sp modelId="{90B3A036-21CB-4A96-9B0F-B56A9490C7A7}">
      <dsp:nvSpPr>
        <dsp:cNvPr id="0" name=""/>
        <dsp:cNvSpPr/>
      </dsp:nvSpPr>
      <dsp:spPr>
        <a:xfrm>
          <a:off x="3835925" y="1640565"/>
          <a:ext cx="911674" cy="911674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A6D9060-0831-44BA-B22F-B8CBBED34FCD}">
      <dsp:nvSpPr>
        <dsp:cNvPr id="0" name=""/>
        <dsp:cNvSpPr/>
      </dsp:nvSpPr>
      <dsp:spPr>
        <a:xfrm>
          <a:off x="4027376" y="1832017"/>
          <a:ext cx="528770" cy="52877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37AB915-DF97-4B1C-9C9F-6FA86C2B2719}">
      <dsp:nvSpPr>
        <dsp:cNvPr id="0" name=""/>
        <dsp:cNvSpPr/>
      </dsp:nvSpPr>
      <dsp:spPr>
        <a:xfrm>
          <a:off x="4942957" y="1640565"/>
          <a:ext cx="2148945" cy="9116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Supports databases (MySQL, SQLite)</a:t>
          </a:r>
        </a:p>
      </dsp:txBody>
      <dsp:txXfrm>
        <a:off x="4942957" y="1640565"/>
        <a:ext cx="2148945" cy="911674"/>
      </dsp:txXfrm>
    </dsp:sp>
    <dsp:sp modelId="{1334329B-BED8-4FD3-8360-09EE8E8DF681}">
      <dsp:nvSpPr>
        <dsp:cNvPr id="0" name=""/>
        <dsp:cNvSpPr/>
      </dsp:nvSpPr>
      <dsp:spPr>
        <a:xfrm>
          <a:off x="7466341" y="1640565"/>
          <a:ext cx="911674" cy="911674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1EC7755-3013-4388-8500-48B872CB0AA2}">
      <dsp:nvSpPr>
        <dsp:cNvPr id="0" name=""/>
        <dsp:cNvSpPr/>
      </dsp:nvSpPr>
      <dsp:spPr>
        <a:xfrm>
          <a:off x="7657792" y="1832017"/>
          <a:ext cx="528770" cy="528770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755A016-33C6-4F01-828A-DF2DEBC1854D}">
      <dsp:nvSpPr>
        <dsp:cNvPr id="0" name=""/>
        <dsp:cNvSpPr/>
      </dsp:nvSpPr>
      <dsp:spPr>
        <a:xfrm>
          <a:off x="8573374" y="1640565"/>
          <a:ext cx="2148945" cy="9116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Fast &amp; secure</a:t>
          </a:r>
        </a:p>
      </dsp:txBody>
      <dsp:txXfrm>
        <a:off x="8573374" y="1640565"/>
        <a:ext cx="2148945" cy="911674"/>
      </dsp:txXfrm>
    </dsp:sp>
    <dsp:sp modelId="{9616CBF5-8973-4EB1-AA36-9DE57530B779}">
      <dsp:nvSpPr>
        <dsp:cNvPr id="0" name=""/>
        <dsp:cNvSpPr/>
      </dsp:nvSpPr>
      <dsp:spPr>
        <a:xfrm>
          <a:off x="205509" y="3265016"/>
          <a:ext cx="911674" cy="911674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B0B3C40-C728-45B6-890D-508B0C72C4CA}">
      <dsp:nvSpPr>
        <dsp:cNvPr id="0" name=""/>
        <dsp:cNvSpPr/>
      </dsp:nvSpPr>
      <dsp:spPr>
        <a:xfrm>
          <a:off x="396960" y="3456467"/>
          <a:ext cx="528770" cy="528770"/>
        </a:xfrm>
        <a:prstGeom prst="rect">
          <a:avLst/>
        </a:prstGeom>
        <a:blipFill>
          <a:blip xmlns:r="http://schemas.openxmlformats.org/officeDocument/2006/relationships"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DABD129-BE8B-48A7-B708-0244C875FE8B}">
      <dsp:nvSpPr>
        <dsp:cNvPr id="0" name=""/>
        <dsp:cNvSpPr/>
      </dsp:nvSpPr>
      <dsp:spPr>
        <a:xfrm>
          <a:off x="1312541" y="3265016"/>
          <a:ext cx="2148945" cy="9116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Embedded with HTML</a:t>
          </a:r>
        </a:p>
      </dsp:txBody>
      <dsp:txXfrm>
        <a:off x="1312541" y="3265016"/>
        <a:ext cx="2148945" cy="911674"/>
      </dsp:txXfrm>
    </dsp:sp>
    <dsp:sp modelId="{D6C67F0A-E5EA-47D9-98E9-8765AF270AC4}">
      <dsp:nvSpPr>
        <dsp:cNvPr id="0" name=""/>
        <dsp:cNvSpPr/>
      </dsp:nvSpPr>
      <dsp:spPr>
        <a:xfrm>
          <a:off x="3835925" y="3265016"/>
          <a:ext cx="911674" cy="911674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2E4E053-F774-4F96-BA5E-2A1261344ED6}">
      <dsp:nvSpPr>
        <dsp:cNvPr id="0" name=""/>
        <dsp:cNvSpPr/>
      </dsp:nvSpPr>
      <dsp:spPr>
        <a:xfrm>
          <a:off x="4027376" y="3456467"/>
          <a:ext cx="528770" cy="528770"/>
        </a:xfrm>
        <a:prstGeom prst="rect">
          <a:avLst/>
        </a:prstGeom>
        <a:blipFill>
          <a:blip xmlns:r="http://schemas.openxmlformats.org/officeDocument/2006/relationships"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F222FED-3025-4629-AF99-1B8FE877DFE4}">
      <dsp:nvSpPr>
        <dsp:cNvPr id="0" name=""/>
        <dsp:cNvSpPr/>
      </dsp:nvSpPr>
      <dsp:spPr>
        <a:xfrm>
          <a:off x="4942957" y="3265016"/>
          <a:ext cx="2148945" cy="9116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Large community support</a:t>
          </a:r>
        </a:p>
      </dsp:txBody>
      <dsp:txXfrm>
        <a:off x="4942957" y="3265016"/>
        <a:ext cx="2148945" cy="91167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74CF263-014F-4491-9928-CD26E1546C7C}">
      <dsp:nvSpPr>
        <dsp:cNvPr id="0" name=""/>
        <dsp:cNvSpPr/>
      </dsp:nvSpPr>
      <dsp:spPr>
        <a:xfrm>
          <a:off x="2634" y="860818"/>
          <a:ext cx="4942334" cy="247116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6195" tIns="36195" rIns="36195" bIns="36195" numCol="1" spcCol="1270" anchor="ctr" anchorCtr="0">
          <a:noAutofit/>
        </a:bodyPr>
        <a:lstStyle/>
        <a:p>
          <a:pPr marL="0" lvl="0" indent="0" algn="ctr" defTabSz="2533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700" kern="1200"/>
            <a:t>install a web server</a:t>
          </a:r>
        </a:p>
      </dsp:txBody>
      <dsp:txXfrm>
        <a:off x="2634" y="860818"/>
        <a:ext cx="4942334" cy="2471167"/>
      </dsp:txXfrm>
    </dsp:sp>
    <dsp:sp modelId="{18D17032-243C-4509-9E21-47F7188359D7}">
      <dsp:nvSpPr>
        <dsp:cNvPr id="0" name=""/>
        <dsp:cNvSpPr/>
      </dsp:nvSpPr>
      <dsp:spPr>
        <a:xfrm>
          <a:off x="5982859" y="860818"/>
          <a:ext cx="4942334" cy="247116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6195" tIns="36195" rIns="36195" bIns="36195" numCol="1" spcCol="1270" anchor="ctr" anchorCtr="0">
          <a:noAutofit/>
        </a:bodyPr>
        <a:lstStyle/>
        <a:p>
          <a:pPr marL="0" lvl="0" indent="0" algn="ctr" defTabSz="2533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700" kern="1200"/>
            <a:t>install a database, such as MySQL</a:t>
          </a:r>
        </a:p>
      </dsp:txBody>
      <dsp:txXfrm>
        <a:off x="5982859" y="860818"/>
        <a:ext cx="4942334" cy="2471167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B4CEC88-7C32-4A72-9C0A-4AC404A3A07D}">
      <dsp:nvSpPr>
        <dsp:cNvPr id="0" name=""/>
        <dsp:cNvSpPr/>
      </dsp:nvSpPr>
      <dsp:spPr>
        <a:xfrm>
          <a:off x="0" y="13306"/>
          <a:ext cx="10515600" cy="2119162"/>
        </a:xfrm>
        <a:prstGeom prst="roundRect">
          <a:avLst/>
        </a:prstGeom>
        <a:noFill/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>
              <a:solidFill>
                <a:schemeClr val="tx1"/>
              </a:solidFill>
            </a:rPr>
            <a:t>What is a Cookie?</a:t>
          </a:r>
        </a:p>
      </dsp:txBody>
      <dsp:txXfrm>
        <a:off x="103449" y="116755"/>
        <a:ext cx="10308702" cy="1912264"/>
      </dsp:txXfrm>
    </dsp:sp>
    <dsp:sp modelId="{01CA7E19-1FDF-45D1-935E-96A9B9ACB9C3}">
      <dsp:nvSpPr>
        <dsp:cNvPr id="0" name=""/>
        <dsp:cNvSpPr/>
      </dsp:nvSpPr>
      <dsp:spPr>
        <a:xfrm>
          <a:off x="0" y="2218869"/>
          <a:ext cx="10515600" cy="2119162"/>
        </a:xfrm>
        <a:prstGeom prst="roundRect">
          <a:avLst/>
        </a:prstGeom>
        <a:noFill/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>
              <a:solidFill>
                <a:schemeClr val="tx1"/>
              </a:solidFill>
            </a:rPr>
            <a:t>A cookie is often used to identify a user. A cookie is a small file that the server embeds on the user's computer. Each time the same computer requests a page with a browser, it will send the cookie too.</a:t>
          </a:r>
        </a:p>
      </dsp:txBody>
      <dsp:txXfrm>
        <a:off x="103449" y="2322318"/>
        <a:ext cx="10308702" cy="191226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ED8E96-3AD4-DFC8-86CD-D34A4E69AA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0D3542-AB6A-CE60-9B53-8C3BA407DE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0909B1-CFD6-4459-E0E1-B105FF9E7B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880B5-267B-4D76-B3D0-B16F3D4A0BE9}" type="datetimeFigureOut">
              <a:rPr lang="en-US" smtClean="0"/>
              <a:t>24-Jan-26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AD57CD-1DD2-FDB0-0787-696A2A601E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0006BC-978B-08DB-963A-3A9DA38CF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fld id="{F607CF2A-C184-485E-9894-381503FBD0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46409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8EA107-39FC-B47C-B340-749E499D0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4A915F-8EA4-9B57-56BB-AB2E3D80BB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19C19A-FDB4-1694-3AD6-9E1C52F0DC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880B5-267B-4D76-B3D0-B16F3D4A0BE9}" type="datetimeFigureOut">
              <a:rPr lang="en-US" smtClean="0"/>
              <a:t>24-Jan-26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027F51-2DA8-D796-E62C-2D4D78B970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4F0E15-D1D5-371C-F6C9-90D732E6B1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fld id="{F607CF2A-C184-485E-9894-381503FBD0AD}" type="slidenum">
              <a:rPr lang="en-US" smtClean="0"/>
              <a:pPr/>
              <a:t>‹#›</a:t>
            </a:fld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942696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85B574-410D-915B-BEBA-6015DAEC9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876576-F77B-12A7-ED32-7D69A2D4EA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D03C57-7470-ADDE-421D-30AA1922F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880B5-267B-4D76-B3D0-B16F3D4A0BE9}" type="datetimeFigureOut">
              <a:rPr lang="en-US" smtClean="0"/>
              <a:t>24-Jan-26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2F2059-E76F-6629-3D01-0A74F4FD02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3A68B4-2B3A-E127-1958-37A3BE2A0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7CF2A-C184-485E-9894-381503FBD0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48534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BFD7F9-D053-ACD3-393F-360E1EBB8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D8CA8E-6B89-04F1-2834-7A698FEB19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E2E0A7-1A4E-A6C0-CA4B-C1267DD3EA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0B3FE5-96CF-810E-C491-08B5BAA6C4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880B5-267B-4D76-B3D0-B16F3D4A0BE9}" type="datetimeFigureOut">
              <a:rPr lang="en-US" smtClean="0"/>
              <a:t>24-Jan-26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0C240E-21C2-8E62-B7A9-5A7F60410A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D6D50C-EFDD-3160-13AE-E44EDF53FC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7CF2A-C184-485E-9894-381503FBD0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47406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651DC5-E289-E9FC-DCA6-49912172C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6BE90D-85A9-21CE-7D93-903244E4B3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4686CB-4A6E-729A-4937-6C39A65A2B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E483B8A-BD29-FA99-2614-B247BA2769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5A52DE7-6B84-63DC-ED0D-7D7374634BC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3F9D3B3-5EDD-1FB2-97B2-5D39F0D37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880B5-267B-4D76-B3D0-B16F3D4A0BE9}" type="datetimeFigureOut">
              <a:rPr lang="en-US" smtClean="0"/>
              <a:t>24-Jan-26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5C98FD-95B3-0E38-EE52-D35C74CBC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FF9BBF-7FA8-4F1C-AFFA-C184D09BC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7CF2A-C184-485E-9894-381503FBD0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2324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7ED26-F912-CA8E-1796-3626ECED9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C4E0645-E82A-6AD1-9664-EB90B10851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880B5-267B-4D76-B3D0-B16F3D4A0BE9}" type="datetimeFigureOut">
              <a:rPr lang="en-US" smtClean="0"/>
              <a:t>24-Jan-26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98D792-B54A-F3D6-06B4-F4E6265576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D88DB1-47CA-6574-95A5-EBBFBA03A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7CF2A-C184-485E-9894-381503FBD0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963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AB1DD3-1AD6-4302-52AE-804EEC01BD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880B5-267B-4D76-B3D0-B16F3D4A0BE9}" type="datetimeFigureOut">
              <a:rPr lang="en-US" smtClean="0"/>
              <a:t>24-Jan-26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3BEC5C4-DE9F-8CB7-FD02-5618686168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D0042C-35A0-1441-BF40-068BABC480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7CF2A-C184-485E-9894-381503FBD0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3656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B60E5-5C92-D6BC-9D6F-1E46692889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47C38E-6A1E-108D-8CF0-E57A955580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C5CB27-23FA-9FE1-B3B1-B034AA7DF2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51800C-FBA2-AD22-E8A8-B058BFAED2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880B5-267B-4D76-B3D0-B16F3D4A0BE9}" type="datetimeFigureOut">
              <a:rPr lang="en-US" smtClean="0"/>
              <a:t>24-Jan-26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92728E-D102-E722-469A-4B04AA66FD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570068-1B86-FD4D-178D-06BA46682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7CF2A-C184-485E-9894-381503FBD0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7374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0654D-F982-6BFB-AC70-B8187432B2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B95D1AF-F113-834F-1AEE-DDFBD0334A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6E85F4-3559-5810-E1B2-A25CC38B73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A7131-0D26-1D65-517A-7236127470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880B5-267B-4D76-B3D0-B16F3D4A0BE9}" type="datetimeFigureOut">
              <a:rPr lang="en-US" smtClean="0"/>
              <a:t>24-Jan-26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84F17E-5736-05F7-822A-60F407D98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BB6455-6E1B-72F6-C7FC-75EA98BA51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7CF2A-C184-485E-9894-381503FBD0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2776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17340C-B7A2-EDA9-E0C2-333A3DF4B9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A91ECA4-875B-F0AF-8829-596F94F2A6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EBA3D0-58FE-83CA-BF12-65487E14FF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880B5-267B-4D76-B3D0-B16F3D4A0BE9}" type="datetimeFigureOut">
              <a:rPr lang="en-US" smtClean="0"/>
              <a:t>24-Jan-26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B355AB-81DD-155D-9021-1E0906E88A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42423A-270C-D514-515F-88490BAA6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7CF2A-C184-485E-9894-381503FBD0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77810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D509A30-AACA-E0EC-F9A0-DBB0837E49B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1354C6-F13B-D57C-64B2-B154950230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BF2753-A45C-9F21-3D2C-7AF6DB1344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880B5-267B-4D76-B3D0-B16F3D4A0BE9}" type="datetimeFigureOut">
              <a:rPr lang="en-US" smtClean="0"/>
              <a:t>24-Jan-26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1CBDF1-76FC-6012-FF55-A78EE9A793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7935F2-C507-6690-7341-8FCC5B079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7CF2A-C184-485E-9894-381503FBD0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05748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0B9C1B-66B5-E6FE-0895-0D0193B101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16CB84-B086-0C09-9702-250C0CC1E9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0774D2-1409-03AD-66DF-8609A70EF1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E880B5-267B-4D76-B3D0-B16F3D4A0BE9}" type="datetimeFigureOut">
              <a:rPr lang="en-US" smtClean="0"/>
              <a:t>24-Jan-26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1F209A-4C0E-AEC1-C8DB-874ABA5333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95EE27-5CBC-14C3-6306-216074CB0F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607CF2A-C184-485E-9894-381503FBD0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48764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3schools.com/php/php_superglobals_post.asp" TargetMode="External"/><Relationship Id="rId2" Type="http://schemas.openxmlformats.org/officeDocument/2006/relationships/hyperlink" Target="https://www.w3schools.com/php/php_superglobals_get.asp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1A656E4-9519-F68F-168F-E4156E17E3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14824" y="735106"/>
            <a:ext cx="10053763" cy="2928470"/>
          </a:xfrm>
        </p:spPr>
        <p:txBody>
          <a:bodyPr anchor="b">
            <a:normAutofit/>
          </a:bodyPr>
          <a:lstStyle/>
          <a:p>
            <a:pPr algn="l"/>
            <a:r>
              <a:rPr lang="en-US" sz="4800">
                <a:solidFill>
                  <a:srgbClr val="FFFFFF"/>
                </a:solidFill>
              </a:rPr>
              <a:t>PHP Basics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0ABA7F-A9EC-8999-3147-8E35E74C97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0682" y="4870824"/>
            <a:ext cx="10005951" cy="1458258"/>
          </a:xfrm>
        </p:spPr>
        <p:txBody>
          <a:bodyPr anchor="ctr">
            <a:normAutofit/>
          </a:bodyPr>
          <a:lstStyle/>
          <a:p>
            <a:pPr algn="l"/>
            <a:r>
              <a:rPr lang="en-US" i="1"/>
              <a:t>Prepared By </a:t>
            </a:r>
          </a:p>
          <a:p>
            <a:pPr algn="l"/>
            <a:r>
              <a:rPr lang="en-US" i="1"/>
              <a:t>Mahadi Hassan</a:t>
            </a:r>
          </a:p>
        </p:txBody>
      </p:sp>
    </p:spTree>
    <p:extLst>
      <p:ext uri="{BB962C8B-B14F-4D97-AF65-F5344CB8AC3E}">
        <p14:creationId xmlns:p14="http://schemas.microsoft.com/office/powerpoint/2010/main" val="2538222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DE3EA69-89A0-AB75-0CB5-1DA28B14B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What is PHP ?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345B8D-4902-C97D-91D1-80DEC0135A4B}"/>
              </a:ext>
            </a:extLst>
          </p:cNvPr>
          <p:cNvSpPr txBox="1"/>
          <p:nvPr/>
        </p:nvSpPr>
        <p:spPr>
          <a:xfrm>
            <a:off x="1155548" y="2217343"/>
            <a:ext cx="9880893" cy="39596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1"/>
              <a:t>PHP</a:t>
            </a:r>
            <a:r>
              <a:rPr lang="en-US" sz="2400"/>
              <a:t> stands for </a:t>
            </a:r>
            <a:r>
              <a:rPr lang="en-US" sz="2400" b="1"/>
              <a:t>PHP: Hypertext Preprocessor</a:t>
            </a:r>
            <a:r>
              <a:rPr lang="en-US" sz="2400"/>
              <a:t>.</a:t>
            </a:r>
            <a:br>
              <a:rPr lang="en-US" sz="2400"/>
            </a:br>
            <a:r>
              <a:rPr lang="en-US" sz="2400"/>
              <a:t>It is a </a:t>
            </a:r>
            <a:r>
              <a:rPr lang="en-US" sz="2400" b="1"/>
              <a:t>server-side scripting language</a:t>
            </a:r>
            <a:r>
              <a:rPr lang="en-US" sz="2400"/>
              <a:t> mainly used to create </a:t>
            </a:r>
            <a:r>
              <a:rPr lang="en-US" sz="2400" b="1"/>
              <a:t>dynamic web pages and web applications</a:t>
            </a:r>
            <a:r>
              <a:rPr lang="en-US" sz="240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943191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9F99CDE-02E0-D2A9-0355-5872F8086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Why will we learn PHP in Web Development 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D48291-51E1-1F74-1F9B-952D9A2266BE}"/>
              </a:ext>
            </a:extLst>
          </p:cNvPr>
          <p:cNvSpPr txBox="1"/>
          <p:nvPr/>
        </p:nvSpPr>
        <p:spPr>
          <a:xfrm>
            <a:off x="1155548" y="2217343"/>
            <a:ext cx="9880893" cy="39596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en-US" sz="2400"/>
              <a:t>We Learn PHP for:</a:t>
            </a:r>
          </a:p>
          <a:p>
            <a:pPr marL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en-US" sz="2400"/>
              <a:t>Server-side scripting language</a:t>
            </a:r>
          </a:p>
          <a:p>
            <a:pPr marL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en-US" sz="2400"/>
              <a:t>Creates </a:t>
            </a:r>
            <a:r>
              <a:rPr lang="en-US" altLang="en-US" sz="2400" b="1"/>
              <a:t>dynamic websites</a:t>
            </a:r>
            <a:endParaRPr lang="en-US" altLang="en-US" sz="2400"/>
          </a:p>
          <a:p>
            <a:pPr marL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en-US" sz="2400"/>
              <a:t>Handles </a:t>
            </a:r>
            <a:r>
              <a:rPr lang="en-US" altLang="en-US" sz="2400" b="1"/>
              <a:t>forms, sessions &amp; login</a:t>
            </a:r>
            <a:endParaRPr lang="en-US" altLang="en-US" sz="2400"/>
          </a:p>
          <a:p>
            <a:pPr marL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en-US" sz="2400"/>
              <a:t>Connects with </a:t>
            </a:r>
            <a:r>
              <a:rPr lang="en-US" altLang="en-US" sz="2400" b="1"/>
              <a:t>databases (MySQL)</a:t>
            </a:r>
            <a:endParaRPr lang="en-US" altLang="en-US" sz="2400"/>
          </a:p>
          <a:p>
            <a:pPr marL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en-US" sz="2400"/>
              <a:t>Used in real projects (WordPress, Laravel)</a:t>
            </a:r>
          </a:p>
          <a:p>
            <a:pPr marL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en-US" sz="2400"/>
              <a:t>Easy to learn &amp; widely supported</a:t>
            </a:r>
          </a:p>
          <a:p>
            <a:pPr marL="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4414032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438A6FB-0E7D-B556-0391-96EA470C5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Key Feature</a:t>
            </a:r>
          </a:p>
        </p:txBody>
      </p:sp>
      <p:graphicFrame>
        <p:nvGraphicFramePr>
          <p:cNvPr id="21" name="Content Placeholder 2">
            <a:extLst>
              <a:ext uri="{FF2B5EF4-FFF2-40B4-BE49-F238E27FC236}">
                <a16:creationId xmlns:a16="http://schemas.microsoft.com/office/drawing/2014/main" id="{AAFFAB23-8318-3F8C-806D-AE6FE14A381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26758893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104264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C6F6FE8-BAAE-81CB-C4FA-CD8880EF8442}"/>
              </a:ext>
            </a:extLst>
          </p:cNvPr>
          <p:cNvSpPr txBox="1"/>
          <p:nvPr/>
        </p:nvSpPr>
        <p:spPr>
          <a:xfrm>
            <a:off x="1371597" y="348865"/>
            <a:ext cx="10044023" cy="8777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PHP Install</a:t>
            </a:r>
          </a:p>
        </p:txBody>
      </p:sp>
      <p:graphicFrame>
        <p:nvGraphicFramePr>
          <p:cNvPr id="26" name="TextBox 22">
            <a:extLst>
              <a:ext uri="{FF2B5EF4-FFF2-40B4-BE49-F238E27FC236}">
                <a16:creationId xmlns:a16="http://schemas.microsoft.com/office/drawing/2014/main" id="{9218A8B2-9D46-612F-A840-B2CE1C9179E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10699872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3032259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05E9C62-244B-8B6E-56E3-C514EFF66E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2567CB88-B5D7-3859-E7F7-4D49F2A78A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dirty="0">
                <a:solidFill>
                  <a:schemeClr val="bg1"/>
                </a:solidFill>
              </a:rPr>
              <a:t>Variables</a:t>
            </a:r>
            <a:endParaRPr lang="en-US" sz="4000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ABBFA9D-3D91-F5A6-0EA3-EAB958C694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B120F7A-51E5-53B3-9CD8-A26EB01A33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9CDD4C-B5FB-B84D-6608-37F025E3BFE1}"/>
              </a:ext>
            </a:extLst>
          </p:cNvPr>
          <p:cNvSpPr txBox="1"/>
          <p:nvPr/>
        </p:nvSpPr>
        <p:spPr>
          <a:xfrm>
            <a:off x="1155548" y="2217343"/>
            <a:ext cx="9880893" cy="39596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Store data values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Start with $ sign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Example: $name = "Mahadi";</a:t>
            </a:r>
          </a:p>
        </p:txBody>
      </p:sp>
    </p:spTree>
    <p:extLst>
      <p:ext uri="{BB962C8B-B14F-4D97-AF65-F5344CB8AC3E}">
        <p14:creationId xmlns:p14="http://schemas.microsoft.com/office/powerpoint/2010/main" val="35841751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4AE652-7785-B931-45EF-B0D22A1F67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3490EA9-4EA3-F7B8-463E-8DBA7507D6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DE67A3AE-A9D0-14A6-A262-56FB330B2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dirty="0">
                <a:solidFill>
                  <a:schemeClr val="bg1"/>
                </a:solidFill>
              </a:rPr>
              <a:t>Constant</a:t>
            </a:r>
            <a:endParaRPr lang="en-US" sz="4000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BB78CB2-7F69-25E9-0D87-E6F2436067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6706941-35A5-2E7E-3BE4-4AD8F07C1F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231D12-BF63-A524-A9A2-19BF70C5BAE9}"/>
              </a:ext>
            </a:extLst>
          </p:cNvPr>
          <p:cNvSpPr txBox="1"/>
          <p:nvPr/>
        </p:nvSpPr>
        <p:spPr>
          <a:xfrm>
            <a:off x="1155548" y="2217343"/>
            <a:ext cx="9880893" cy="39596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2800" b="1" dirty="0"/>
              <a:t>Constants</a:t>
            </a:r>
            <a:endParaRPr lang="en-US" sz="2800" dirty="0"/>
          </a:p>
          <a:p>
            <a:r>
              <a:rPr lang="en-US" sz="2800" dirty="0"/>
              <a:t>Fixed values (cannot change)</a:t>
            </a:r>
          </a:p>
          <a:p>
            <a:r>
              <a:rPr lang="en-US" sz="2800" dirty="0"/>
              <a:t>Defined using define() or const</a:t>
            </a:r>
          </a:p>
          <a:p>
            <a:r>
              <a:rPr lang="en-US" sz="2800" dirty="0"/>
              <a:t>Example: define("SITE_NAME", "My Website");</a:t>
            </a:r>
          </a:p>
        </p:txBody>
      </p:sp>
    </p:spTree>
    <p:extLst>
      <p:ext uri="{BB962C8B-B14F-4D97-AF65-F5344CB8AC3E}">
        <p14:creationId xmlns:p14="http://schemas.microsoft.com/office/powerpoint/2010/main" val="32322313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DF2020-8A21-6E6A-A170-DC771149E2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9F09A-B5F9-4489-051F-A3A61E040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73A7D4-231F-A278-1377-9EC85084EA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String ("Hello")</a:t>
            </a:r>
          </a:p>
          <a:p>
            <a:r>
              <a:rPr lang="en-US" dirty="0"/>
              <a:t>Integer (10)</a:t>
            </a:r>
          </a:p>
          <a:p>
            <a:r>
              <a:rPr lang="en-US" dirty="0"/>
              <a:t>Float (3.14)</a:t>
            </a:r>
          </a:p>
          <a:p>
            <a:r>
              <a:rPr lang="en-US" dirty="0"/>
              <a:t>Boolean (true / false)</a:t>
            </a:r>
          </a:p>
          <a:p>
            <a:r>
              <a:rPr lang="en-US" dirty="0"/>
              <a:t>Array ([1, 2, 3])</a:t>
            </a:r>
          </a:p>
          <a:p>
            <a:r>
              <a:rPr lang="en-US" dirty="0"/>
              <a:t>Object</a:t>
            </a:r>
          </a:p>
          <a:p>
            <a:r>
              <a:rPr lang="en-US" dirty="0"/>
              <a:t>NULL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55098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DE73D4-5F90-0942-2A46-96F294E5E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6E80FC-D383-A845-B907-A8A00B8C5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69D111-EA02-C890-83D0-430946C0CD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Arithmetic Operators</a:t>
            </a:r>
            <a:endParaRPr lang="en-US" dirty="0"/>
          </a:p>
          <a:p>
            <a:r>
              <a:rPr lang="en-US" dirty="0"/>
              <a:t>Addition   = +   </a:t>
            </a:r>
          </a:p>
          <a:p>
            <a:r>
              <a:rPr lang="en-US" dirty="0"/>
              <a:t>Subtraction  = - </a:t>
            </a:r>
          </a:p>
          <a:p>
            <a:r>
              <a:rPr lang="en-US" dirty="0"/>
              <a:t>Multiplication   = * </a:t>
            </a:r>
          </a:p>
          <a:p>
            <a:r>
              <a:rPr lang="en-US" dirty="0"/>
              <a:t>Division    = / </a:t>
            </a:r>
          </a:p>
          <a:p>
            <a:r>
              <a:rPr lang="en-US" dirty="0"/>
              <a:t>Modulus = %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90015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29A39C-CDD4-3076-322F-4CF06B3CC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57534-8313-6E1D-C0B7-E462DCA93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0B4060-E1C9-7B40-1202-414EA8CBEB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Comparison Operators</a:t>
            </a:r>
            <a:endParaRPr lang="en-US" dirty="0"/>
          </a:p>
          <a:p>
            <a:r>
              <a:rPr lang="en-US" dirty="0"/>
              <a:t>Equal  : ==  </a:t>
            </a:r>
          </a:p>
          <a:p>
            <a:r>
              <a:rPr lang="en-US" dirty="0"/>
              <a:t>Not equal : !=   </a:t>
            </a:r>
          </a:p>
          <a:p>
            <a:r>
              <a:rPr lang="en-US" dirty="0"/>
              <a:t>Greater than : &gt;   </a:t>
            </a:r>
          </a:p>
          <a:p>
            <a:r>
              <a:rPr lang="en-US" dirty="0"/>
              <a:t>Less than: &lt;     </a:t>
            </a:r>
          </a:p>
          <a:p>
            <a:r>
              <a:rPr lang="en-US" dirty="0"/>
              <a:t>Greater or equal: &gt;=    </a:t>
            </a:r>
          </a:p>
          <a:p>
            <a:r>
              <a:rPr lang="en-US" dirty="0"/>
              <a:t>Less or equal: &lt;=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47251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96F57B-8D7C-E223-C784-026DF134C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85CCB7-371E-AD76-0A3F-BF2D89D4FE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Operator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59CCE2-BF7A-0A6E-6CC4-C7D12F7163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Logical Operators</a:t>
            </a:r>
            <a:endParaRPr lang="en-US" dirty="0"/>
          </a:p>
          <a:p>
            <a:r>
              <a:rPr lang="en-US" dirty="0"/>
              <a:t>AND = &amp;&amp;    </a:t>
            </a:r>
          </a:p>
          <a:p>
            <a:r>
              <a:rPr lang="en-US" dirty="0"/>
              <a:t>OR   = ||  </a:t>
            </a:r>
          </a:p>
          <a:p>
            <a:r>
              <a:rPr lang="en-US" dirty="0"/>
              <a:t>NOT= ! </a:t>
            </a:r>
          </a:p>
          <a:p>
            <a:pPr marL="0" indent="0">
              <a:buNone/>
            </a:pPr>
            <a:r>
              <a:rPr lang="en-US" b="1" dirty="0"/>
              <a:t>Assignment Operators</a:t>
            </a:r>
            <a:endParaRPr lang="en-US" dirty="0"/>
          </a:p>
          <a:p>
            <a:r>
              <a:rPr lang="en-US" dirty="0"/>
              <a:t>= , += , -= , *= , /=</a:t>
            </a:r>
          </a:p>
          <a:p>
            <a:pPr marL="0" indent="0">
              <a:buNone/>
            </a:pPr>
            <a:r>
              <a:rPr lang="en-US" b="1" dirty="0"/>
              <a:t>Increment / Decrement</a:t>
            </a:r>
            <a:endParaRPr lang="en-US" dirty="0"/>
          </a:p>
          <a:p>
            <a:r>
              <a:rPr lang="en-US" dirty="0"/>
              <a:t>++ , --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0994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443907-0131-E452-B54F-6A5C45508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BE8DF4-8158-B712-7AC4-589F0168C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Structures (if-else)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D712AF-6F98-9CC2-772F-C98CA619D6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IF-Else</a:t>
            </a:r>
          </a:p>
          <a:p>
            <a:pPr marL="0" indent="0">
              <a:buNone/>
            </a:pPr>
            <a:r>
              <a:rPr lang="en-US" dirty="0"/>
              <a:t>Example:</a:t>
            </a:r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4" name="Diamond 3">
            <a:extLst>
              <a:ext uri="{FF2B5EF4-FFF2-40B4-BE49-F238E27FC236}">
                <a16:creationId xmlns:a16="http://schemas.microsoft.com/office/drawing/2014/main" id="{B54CA6AD-76E7-D42C-E5E0-8677772887DC}"/>
              </a:ext>
            </a:extLst>
          </p:cNvPr>
          <p:cNvSpPr/>
          <p:nvPr/>
        </p:nvSpPr>
        <p:spPr>
          <a:xfrm>
            <a:off x="4744497" y="2542233"/>
            <a:ext cx="2703006" cy="2260879"/>
          </a:xfrm>
          <a:prstGeom prst="diamon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If condition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DB2B08-4679-7E59-1B4D-1BC3A90901BA}"/>
              </a:ext>
            </a:extLst>
          </p:cNvPr>
          <p:cNvSpPr/>
          <p:nvPr/>
        </p:nvSpPr>
        <p:spPr>
          <a:xfrm>
            <a:off x="8611437" y="4807421"/>
            <a:ext cx="2270928" cy="9344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Execute this</a:t>
            </a:r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68416B9E-ADFA-D602-3410-CE358355397D}"/>
              </a:ext>
            </a:extLst>
          </p:cNvPr>
          <p:cNvCxnSpPr>
            <a:stCxn id="4" idx="3"/>
            <a:endCxn id="5" idx="0"/>
          </p:cNvCxnSpPr>
          <p:nvPr/>
        </p:nvCxnSpPr>
        <p:spPr>
          <a:xfrm>
            <a:off x="7447503" y="3672673"/>
            <a:ext cx="2299398" cy="1134748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5DCF71D9-415C-B014-F28F-C843EDFDB525}"/>
              </a:ext>
            </a:extLst>
          </p:cNvPr>
          <p:cNvSpPr/>
          <p:nvPr/>
        </p:nvSpPr>
        <p:spPr>
          <a:xfrm>
            <a:off x="1438589" y="4807421"/>
            <a:ext cx="2270928" cy="9344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Execute this</a:t>
            </a:r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32ABCC2D-7474-824A-017E-3C90DA4B4771}"/>
              </a:ext>
            </a:extLst>
          </p:cNvPr>
          <p:cNvCxnSpPr>
            <a:cxnSpLocks/>
            <a:stCxn id="4" idx="1"/>
            <a:endCxn id="10" idx="0"/>
          </p:cNvCxnSpPr>
          <p:nvPr/>
        </p:nvCxnSpPr>
        <p:spPr>
          <a:xfrm rot="10800000" flipV="1">
            <a:off x="2574053" y="3672673"/>
            <a:ext cx="2170444" cy="1134748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399CACC6-9BC8-FD57-9C9B-170F0BED5E56}"/>
              </a:ext>
            </a:extLst>
          </p:cNvPr>
          <p:cNvSpPr/>
          <p:nvPr/>
        </p:nvSpPr>
        <p:spPr>
          <a:xfrm>
            <a:off x="7887956" y="3024554"/>
            <a:ext cx="1386673" cy="4044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YES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2F1BDE5-6BB8-9DA4-0DA1-E6AF6881629B}"/>
              </a:ext>
            </a:extLst>
          </p:cNvPr>
          <p:cNvSpPr/>
          <p:nvPr/>
        </p:nvSpPr>
        <p:spPr>
          <a:xfrm>
            <a:off x="2917371" y="3095878"/>
            <a:ext cx="1386673" cy="4044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10947475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A461F2-AE44-C66D-25A7-9B7F374F5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E3CC13-B0B3-037B-72DA-5A6473348F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Structures (switch)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1D5C6B-8B47-9AF0-5016-2CF5AB016B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000" b="1" dirty="0"/>
              <a:t>Switch:</a:t>
            </a:r>
            <a:endParaRPr lang="en-US" b="1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4A4DFAD-159D-6A38-833C-006537282754}"/>
              </a:ext>
            </a:extLst>
          </p:cNvPr>
          <p:cNvGrpSpPr/>
          <p:nvPr/>
        </p:nvGrpSpPr>
        <p:grpSpPr>
          <a:xfrm>
            <a:off x="2733143" y="2723104"/>
            <a:ext cx="2371412" cy="3769772"/>
            <a:chOff x="2491992" y="2295442"/>
            <a:chExt cx="1795304" cy="4351338"/>
          </a:xfrm>
        </p:grpSpPr>
        <p:sp>
          <p:nvSpPr>
            <p:cNvPr id="10" name="Diamond 9">
              <a:extLst>
                <a:ext uri="{FF2B5EF4-FFF2-40B4-BE49-F238E27FC236}">
                  <a16:creationId xmlns:a16="http://schemas.microsoft.com/office/drawing/2014/main" id="{D958581F-0ABA-00F2-A959-7BE9C094A3DF}"/>
                </a:ext>
              </a:extLst>
            </p:cNvPr>
            <p:cNvSpPr/>
            <p:nvPr/>
          </p:nvSpPr>
          <p:spPr>
            <a:xfrm>
              <a:off x="2491992" y="2295442"/>
              <a:ext cx="1795304" cy="1256044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accent3">
                      <a:lumMod val="60000"/>
                      <a:lumOff val="40000"/>
                    </a:schemeClr>
                  </a:solidFill>
                </a:rPr>
                <a:t>Case 1</a:t>
              </a:r>
            </a:p>
          </p:txBody>
        </p:sp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5949265F-9762-099B-4C94-3530D6B48B31}"/>
                </a:ext>
              </a:extLst>
            </p:cNvPr>
            <p:cNvSpPr/>
            <p:nvPr/>
          </p:nvSpPr>
          <p:spPr>
            <a:xfrm>
              <a:off x="2491992" y="3843090"/>
              <a:ext cx="1795304" cy="1256044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accent3">
                      <a:lumMod val="60000"/>
                      <a:lumOff val="40000"/>
                    </a:schemeClr>
                  </a:solidFill>
                </a:rPr>
                <a:t>Case 2</a:t>
              </a:r>
            </a:p>
          </p:txBody>
        </p:sp>
        <p:sp>
          <p:nvSpPr>
            <p:cNvPr id="14" name="Diamond 13">
              <a:extLst>
                <a:ext uri="{FF2B5EF4-FFF2-40B4-BE49-F238E27FC236}">
                  <a16:creationId xmlns:a16="http://schemas.microsoft.com/office/drawing/2014/main" id="{3DCA4AE9-D719-ACF7-04E5-77F88FD40DAB}"/>
                </a:ext>
              </a:extLst>
            </p:cNvPr>
            <p:cNvSpPr/>
            <p:nvPr/>
          </p:nvSpPr>
          <p:spPr>
            <a:xfrm>
              <a:off x="2491992" y="5390736"/>
              <a:ext cx="1795304" cy="1256044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accent3">
                      <a:lumMod val="60000"/>
                      <a:lumOff val="40000"/>
                    </a:schemeClr>
                  </a:solidFill>
                </a:rPr>
                <a:t>default</a:t>
              </a:r>
            </a:p>
          </p:txBody>
        </p:sp>
      </p:grp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7B1E91AF-0949-9019-0C2F-1BBC0C774CAE}"/>
              </a:ext>
            </a:extLst>
          </p:cNvPr>
          <p:cNvSpPr/>
          <p:nvPr/>
        </p:nvSpPr>
        <p:spPr>
          <a:xfrm>
            <a:off x="2426669" y="1738627"/>
            <a:ext cx="2984360" cy="53573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Switch Control Statement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7244906-67C4-5C48-9C35-FB5F9BE9F9FB}"/>
              </a:ext>
            </a:extLst>
          </p:cNvPr>
          <p:cNvSpPr/>
          <p:nvPr/>
        </p:nvSpPr>
        <p:spPr>
          <a:xfrm>
            <a:off x="6300311" y="2914023"/>
            <a:ext cx="2240773" cy="66319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Statement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break;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9EA7B6DC-77EE-2066-86CB-C0466BA9EFA6}"/>
              </a:ext>
            </a:extLst>
          </p:cNvPr>
          <p:cNvSpPr/>
          <p:nvPr/>
        </p:nvSpPr>
        <p:spPr>
          <a:xfrm>
            <a:off x="6300309" y="5602699"/>
            <a:ext cx="2240773" cy="66319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Statement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break;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F3BB8ED7-AFA4-C488-B960-9CE9F9E55A98}"/>
              </a:ext>
            </a:extLst>
          </p:cNvPr>
          <p:cNvSpPr/>
          <p:nvPr/>
        </p:nvSpPr>
        <p:spPr>
          <a:xfrm>
            <a:off x="6300310" y="4288084"/>
            <a:ext cx="2240773" cy="66319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Statement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break;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13209A0-433A-78E3-A9EC-7A99E8AB2048}"/>
              </a:ext>
            </a:extLst>
          </p:cNvPr>
          <p:cNvCxnSpPr>
            <a:stCxn id="16" idx="2"/>
            <a:endCxn id="10" idx="0"/>
          </p:cNvCxnSpPr>
          <p:nvPr/>
        </p:nvCxnSpPr>
        <p:spPr>
          <a:xfrm>
            <a:off x="3918849" y="2274365"/>
            <a:ext cx="0" cy="4487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B732F50-BC60-A623-4969-338AD4760BA4}"/>
              </a:ext>
            </a:extLst>
          </p:cNvPr>
          <p:cNvCxnSpPr>
            <a:cxnSpLocks/>
            <a:stCxn id="10" idx="3"/>
            <a:endCxn id="17" idx="1"/>
          </p:cNvCxnSpPr>
          <p:nvPr/>
        </p:nvCxnSpPr>
        <p:spPr>
          <a:xfrm flipV="1">
            <a:off x="5104555" y="3245619"/>
            <a:ext cx="1195756" cy="215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B795C7-AF17-30F5-9447-4C8863312A8D}"/>
              </a:ext>
            </a:extLst>
          </p:cNvPr>
          <p:cNvCxnSpPr>
            <a:stCxn id="10" idx="2"/>
            <a:endCxn id="13" idx="0"/>
          </p:cNvCxnSpPr>
          <p:nvPr/>
        </p:nvCxnSpPr>
        <p:spPr>
          <a:xfrm>
            <a:off x="3918849" y="3811275"/>
            <a:ext cx="0" cy="2526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B7FB475-AA0A-C974-63FB-DEF9053E768D}"/>
              </a:ext>
            </a:extLst>
          </p:cNvPr>
          <p:cNvCxnSpPr>
            <a:cxnSpLocks/>
            <a:stCxn id="13" idx="3"/>
            <a:endCxn id="19" idx="1"/>
          </p:cNvCxnSpPr>
          <p:nvPr/>
        </p:nvCxnSpPr>
        <p:spPr>
          <a:xfrm>
            <a:off x="5104555" y="4607991"/>
            <a:ext cx="1195755" cy="116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36A364F-C2F5-0149-7EA5-B380C39ADEED}"/>
              </a:ext>
            </a:extLst>
          </p:cNvPr>
          <p:cNvCxnSpPr>
            <a:stCxn id="13" idx="2"/>
            <a:endCxn id="14" idx="0"/>
          </p:cNvCxnSpPr>
          <p:nvPr/>
        </p:nvCxnSpPr>
        <p:spPr>
          <a:xfrm>
            <a:off x="3918849" y="5152076"/>
            <a:ext cx="0" cy="2526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E04AF07-9A1F-191B-3925-0974C954D657}"/>
              </a:ext>
            </a:extLst>
          </p:cNvPr>
          <p:cNvCxnSpPr>
            <a:cxnSpLocks/>
            <a:stCxn id="14" idx="3"/>
            <a:endCxn id="18" idx="1"/>
          </p:cNvCxnSpPr>
          <p:nvPr/>
        </p:nvCxnSpPr>
        <p:spPr>
          <a:xfrm flipV="1">
            <a:off x="5104555" y="5934295"/>
            <a:ext cx="1195754" cy="144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CE08F29A-C666-5998-07A4-3E7D76063F0C}"/>
              </a:ext>
            </a:extLst>
          </p:cNvPr>
          <p:cNvCxnSpPr>
            <a:cxnSpLocks/>
            <a:stCxn id="17" idx="3"/>
            <a:endCxn id="47" idx="0"/>
          </p:cNvCxnSpPr>
          <p:nvPr/>
        </p:nvCxnSpPr>
        <p:spPr>
          <a:xfrm>
            <a:off x="8541084" y="3245619"/>
            <a:ext cx="1967398" cy="107891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5A420C70-CEFE-2983-D313-883147031390}"/>
              </a:ext>
            </a:extLst>
          </p:cNvPr>
          <p:cNvCxnSpPr>
            <a:cxnSpLocks/>
            <a:stCxn id="18" idx="3"/>
            <a:endCxn id="47" idx="2"/>
          </p:cNvCxnSpPr>
          <p:nvPr/>
        </p:nvCxnSpPr>
        <p:spPr>
          <a:xfrm flipV="1">
            <a:off x="8541082" y="4914822"/>
            <a:ext cx="1967400" cy="101947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CB9194BF-0E1E-4400-2C95-8617B5F52573}"/>
              </a:ext>
            </a:extLst>
          </p:cNvPr>
          <p:cNvSpPr/>
          <p:nvPr/>
        </p:nvSpPr>
        <p:spPr>
          <a:xfrm>
            <a:off x="9525630" y="4324535"/>
            <a:ext cx="1965704" cy="590287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Next Statement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5707AB3F-3A7C-DAC6-3D88-635F69BA7048}"/>
              </a:ext>
            </a:extLst>
          </p:cNvPr>
          <p:cNvCxnSpPr>
            <a:cxnSpLocks/>
            <a:stCxn id="19" idx="3"/>
            <a:endCxn id="47" idx="1"/>
          </p:cNvCxnSpPr>
          <p:nvPr/>
        </p:nvCxnSpPr>
        <p:spPr>
          <a:xfrm flipV="1">
            <a:off x="8541083" y="4619679"/>
            <a:ext cx="984547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3B33CF8F-47CE-350D-90ED-84BAB9131405}"/>
              </a:ext>
            </a:extLst>
          </p:cNvPr>
          <p:cNvSpPr txBox="1"/>
          <p:nvPr/>
        </p:nvSpPr>
        <p:spPr>
          <a:xfrm>
            <a:off x="5204200" y="2733319"/>
            <a:ext cx="6229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True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F4DE659-CF56-6336-FE5D-D28E928398D1}"/>
              </a:ext>
            </a:extLst>
          </p:cNvPr>
          <p:cNvSpPr txBox="1"/>
          <p:nvPr/>
        </p:nvSpPr>
        <p:spPr>
          <a:xfrm>
            <a:off x="3064749" y="3741662"/>
            <a:ext cx="85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False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89BB7AE-AE21-AA34-F9D2-B1806E2C41B6}"/>
              </a:ext>
            </a:extLst>
          </p:cNvPr>
          <p:cNvSpPr txBox="1"/>
          <p:nvPr/>
        </p:nvSpPr>
        <p:spPr>
          <a:xfrm>
            <a:off x="5204200" y="4223639"/>
            <a:ext cx="6229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True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AF69DEF-CF4F-7DD4-D637-3BF6FEB0D891}"/>
              </a:ext>
            </a:extLst>
          </p:cNvPr>
          <p:cNvSpPr txBox="1"/>
          <p:nvPr/>
        </p:nvSpPr>
        <p:spPr>
          <a:xfrm>
            <a:off x="3064749" y="5113530"/>
            <a:ext cx="85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28299458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3EA3812-D936-AA30-2347-4ED08F924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88742-E289-40ED-BAB7-EB86D1013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Structures (loops)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6F9FE7-56FC-1106-CF86-73D90AAA9B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Loops</a:t>
            </a:r>
          </a:p>
        </p:txBody>
      </p:sp>
      <p:pic>
        <p:nvPicPr>
          <p:cNvPr id="2050" name="Picture 2" descr="Loops in C++ - TechVidvan">
            <a:extLst>
              <a:ext uri="{FF2B5EF4-FFF2-40B4-BE49-F238E27FC236}">
                <a16:creationId xmlns:a16="http://schemas.microsoft.com/office/drawing/2014/main" id="{54B891D3-9569-2F9D-7931-DB9D422DB0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82746" y="1690688"/>
            <a:ext cx="3626507" cy="45902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72191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611595-6CA6-650B-A370-64D146F412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C1FFDB-AB02-F51B-F06B-C2D8D7611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AC4038-A742-5D14-82DA-C17AC2C003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What is a Function?</a:t>
            </a:r>
            <a:endParaRPr lang="en-US" dirty="0"/>
          </a:p>
          <a:p>
            <a:r>
              <a:rPr lang="en-US" dirty="0"/>
              <a:t>A reusable block of code that perform </a:t>
            </a:r>
          </a:p>
          <a:p>
            <a:r>
              <a:rPr lang="en-US" dirty="0"/>
              <a:t>Executes a specific task</a:t>
            </a:r>
          </a:p>
          <a:p>
            <a:r>
              <a:rPr lang="en-US" dirty="0"/>
              <a:t>Improves code readability &amp; reusability</a:t>
            </a:r>
          </a:p>
        </p:txBody>
      </p:sp>
    </p:spTree>
    <p:extLst>
      <p:ext uri="{BB962C8B-B14F-4D97-AF65-F5344CB8AC3E}">
        <p14:creationId xmlns:p14="http://schemas.microsoft.com/office/powerpoint/2010/main" val="20968095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54F101-2978-345D-09E4-142CEAA54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5832B-1B3E-B041-8799-62D2EC147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0E8CD2-65BF-5B2C-6836-5B5E698E76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b="1" dirty="0"/>
              <a:t>Types of Functions in PHP</a:t>
            </a:r>
          </a:p>
          <a:p>
            <a:pPr>
              <a:lnSpc>
                <a:spcPct val="120000"/>
              </a:lnSpc>
            </a:pPr>
            <a:r>
              <a:rPr lang="en-US" b="1" dirty="0"/>
              <a:t>Built-in Functions</a:t>
            </a:r>
            <a:br>
              <a:rPr lang="en-US" dirty="0"/>
            </a:br>
            <a:r>
              <a:rPr lang="en-US" dirty="0"/>
              <a:t>Predefined functions provided by PHP</a:t>
            </a:r>
            <a:br>
              <a:rPr lang="en-US" dirty="0"/>
            </a:br>
            <a:r>
              <a:rPr lang="en-US" i="1" dirty="0"/>
              <a:t>Example:</a:t>
            </a:r>
            <a:r>
              <a:rPr lang="en-US" dirty="0"/>
              <a:t> </a:t>
            </a:r>
            <a:r>
              <a:rPr lang="en-US" dirty="0" err="1"/>
              <a:t>strlen</a:t>
            </a:r>
            <a:r>
              <a:rPr lang="en-US" dirty="0"/>
              <a:t>(), date()</a:t>
            </a:r>
          </a:p>
          <a:p>
            <a:pPr>
              <a:lnSpc>
                <a:spcPct val="120000"/>
              </a:lnSpc>
            </a:pPr>
            <a:r>
              <a:rPr lang="en-US" b="1" dirty="0"/>
              <a:t>User-Defined Functions</a:t>
            </a:r>
            <a:br>
              <a:rPr lang="en-US" dirty="0"/>
            </a:br>
            <a:r>
              <a:rPr lang="en-US" dirty="0" err="1"/>
              <a:t>Functions</a:t>
            </a:r>
            <a:r>
              <a:rPr lang="en-US" dirty="0"/>
              <a:t> created by the programmer</a:t>
            </a:r>
            <a:br>
              <a:rPr lang="en-US" dirty="0"/>
            </a:br>
            <a:r>
              <a:rPr lang="en-US" i="1" dirty="0"/>
              <a:t>Example:</a:t>
            </a:r>
            <a:r>
              <a:rPr lang="en-US" dirty="0"/>
              <a:t> function add() {}</a:t>
            </a:r>
          </a:p>
          <a:p>
            <a:pPr>
              <a:lnSpc>
                <a:spcPct val="120000"/>
              </a:lnSpc>
            </a:pPr>
            <a:r>
              <a:rPr lang="en-US" b="1" dirty="0"/>
              <a:t>Functions with Parameters</a:t>
            </a:r>
            <a:br>
              <a:rPr lang="en-US" dirty="0"/>
            </a:br>
            <a:r>
              <a:rPr lang="en-US" dirty="0"/>
              <a:t>Accept input values</a:t>
            </a:r>
            <a:br>
              <a:rPr lang="en-US" dirty="0"/>
            </a:br>
            <a:r>
              <a:rPr lang="en-US" i="1" dirty="0"/>
              <a:t>Example:</a:t>
            </a:r>
            <a:r>
              <a:rPr lang="en-US" dirty="0"/>
              <a:t> add($a, $b)</a:t>
            </a:r>
          </a:p>
          <a:p>
            <a:pPr>
              <a:lnSpc>
                <a:spcPct val="120000"/>
              </a:lnSpc>
            </a:pPr>
            <a:r>
              <a:rPr lang="en-US" b="1" dirty="0"/>
              <a:t>Functions with Return Value</a:t>
            </a:r>
            <a:br>
              <a:rPr lang="en-US" dirty="0"/>
            </a:br>
            <a:r>
              <a:rPr lang="en-US" dirty="0"/>
              <a:t>Return a result</a:t>
            </a:r>
            <a:br>
              <a:rPr lang="en-US" dirty="0"/>
            </a:br>
            <a:r>
              <a:rPr lang="en-US" i="1" dirty="0"/>
              <a:t>Example:</a:t>
            </a:r>
            <a:r>
              <a:rPr lang="en-US" dirty="0"/>
              <a:t> return $sum;</a:t>
            </a:r>
          </a:p>
        </p:txBody>
      </p:sp>
    </p:spTree>
    <p:extLst>
      <p:ext uri="{BB962C8B-B14F-4D97-AF65-F5344CB8AC3E}">
        <p14:creationId xmlns:p14="http://schemas.microsoft.com/office/powerpoint/2010/main" val="38950983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2C3C5AE-42EE-CDC9-8242-7472C4408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0C62CE-FE19-C0CE-3A01-C030B3945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D4986D-7699-6850-AABA-DD43C84731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b="1" dirty="0"/>
              <a:t>Anonymous Functions</a:t>
            </a:r>
            <a:br>
              <a:rPr lang="en-US" dirty="0"/>
            </a:br>
            <a:r>
              <a:rPr lang="en-US" dirty="0" err="1"/>
              <a:t>Functions</a:t>
            </a:r>
            <a:r>
              <a:rPr lang="en-US" dirty="0"/>
              <a:t> without a name</a:t>
            </a:r>
            <a:br>
              <a:rPr lang="en-US" dirty="0"/>
            </a:br>
            <a:r>
              <a:rPr lang="en-US" i="1" dirty="0"/>
              <a:t>Example:</a:t>
            </a:r>
            <a:r>
              <a:rPr lang="en-US" dirty="0"/>
              <a:t> $x = function() {};</a:t>
            </a:r>
          </a:p>
          <a:p>
            <a:r>
              <a:rPr lang="en-US" b="1" dirty="0"/>
              <a:t>Recursive Functions</a:t>
            </a:r>
            <a:br>
              <a:rPr lang="en-US" dirty="0"/>
            </a:br>
            <a:r>
              <a:rPr lang="en-US" dirty="0"/>
              <a:t>A function that calls itself</a:t>
            </a:r>
            <a:br>
              <a:rPr lang="en-US" dirty="0"/>
            </a:br>
            <a:r>
              <a:rPr lang="en-US" i="1" dirty="0"/>
              <a:t>Example:</a:t>
            </a:r>
            <a:r>
              <a:rPr lang="en-US" dirty="0"/>
              <a:t> factorial()</a:t>
            </a:r>
          </a:p>
          <a:p>
            <a:r>
              <a:rPr lang="en-US" b="1" dirty="0"/>
              <a:t>Arrow Functions (PHP 7.4+)</a:t>
            </a:r>
            <a:br>
              <a:rPr lang="en-US" dirty="0"/>
            </a:br>
            <a:r>
              <a:rPr lang="en-US" dirty="0"/>
              <a:t>Short syntax for anonymous functions</a:t>
            </a:r>
            <a:br>
              <a:rPr lang="en-US" dirty="0"/>
            </a:br>
            <a:r>
              <a:rPr lang="en-US" i="1" dirty="0"/>
              <a:t>Example:</a:t>
            </a:r>
            <a:r>
              <a:rPr lang="en-US" dirty="0"/>
              <a:t> </a:t>
            </a:r>
            <a:r>
              <a:rPr lang="en-US" dirty="0" err="1"/>
              <a:t>fn</a:t>
            </a:r>
            <a:r>
              <a:rPr lang="en-US" dirty="0"/>
              <a:t>($x) =&gt; $x*$x</a:t>
            </a:r>
          </a:p>
          <a:p>
            <a:r>
              <a:rPr lang="en-US" b="1" dirty="0"/>
              <a:t>Variable Functions</a:t>
            </a:r>
            <a:br>
              <a:rPr lang="en-US" dirty="0"/>
            </a:br>
            <a:r>
              <a:rPr lang="en-US" dirty="0"/>
              <a:t>Function called using a variable name</a:t>
            </a:r>
            <a:br>
              <a:rPr lang="en-US" dirty="0"/>
            </a:br>
            <a:r>
              <a:rPr lang="en-US" i="1" dirty="0"/>
              <a:t>Example:</a:t>
            </a:r>
            <a:r>
              <a:rPr lang="en-US" dirty="0"/>
              <a:t> $</a:t>
            </a:r>
            <a:r>
              <a:rPr lang="en-US" dirty="0" err="1"/>
              <a:t>func</a:t>
            </a:r>
            <a:r>
              <a:rPr lang="en-US" dirty="0"/>
              <a:t>();</a:t>
            </a:r>
          </a:p>
          <a:p>
            <a:pPr marL="0" indent="0">
              <a:buNone/>
            </a:pP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0660075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BFC49C-BD7A-1378-C443-7B4477E47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28B3C8-253E-C561-F784-9C669139D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Arrays (Indexed)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6C8F2F-F3AD-BE88-4AE7-EFDA66A098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Arrays</a:t>
            </a:r>
            <a:r>
              <a:rPr lang="en-US" dirty="0"/>
              <a:t> hold multiple values in a single variable.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C1AD427-26A6-61A4-69F2-3550CDC06F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4860516"/>
              </p:ext>
            </p:extLst>
          </p:nvPr>
        </p:nvGraphicFramePr>
        <p:xfrm>
          <a:off x="1808701" y="2558514"/>
          <a:ext cx="6782640" cy="11091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6528">
                  <a:extLst>
                    <a:ext uri="{9D8B030D-6E8A-4147-A177-3AD203B41FA5}">
                      <a16:colId xmlns:a16="http://schemas.microsoft.com/office/drawing/2014/main" val="3488721873"/>
                    </a:ext>
                  </a:extLst>
                </a:gridCol>
                <a:gridCol w="1356528">
                  <a:extLst>
                    <a:ext uri="{9D8B030D-6E8A-4147-A177-3AD203B41FA5}">
                      <a16:colId xmlns:a16="http://schemas.microsoft.com/office/drawing/2014/main" val="2316522170"/>
                    </a:ext>
                  </a:extLst>
                </a:gridCol>
                <a:gridCol w="1356528">
                  <a:extLst>
                    <a:ext uri="{9D8B030D-6E8A-4147-A177-3AD203B41FA5}">
                      <a16:colId xmlns:a16="http://schemas.microsoft.com/office/drawing/2014/main" val="3275529828"/>
                    </a:ext>
                  </a:extLst>
                </a:gridCol>
                <a:gridCol w="1356528">
                  <a:extLst>
                    <a:ext uri="{9D8B030D-6E8A-4147-A177-3AD203B41FA5}">
                      <a16:colId xmlns:a16="http://schemas.microsoft.com/office/drawing/2014/main" val="3229418500"/>
                    </a:ext>
                  </a:extLst>
                </a:gridCol>
                <a:gridCol w="1356528">
                  <a:extLst>
                    <a:ext uri="{9D8B030D-6E8A-4147-A177-3AD203B41FA5}">
                      <a16:colId xmlns:a16="http://schemas.microsoft.com/office/drawing/2014/main" val="4033421825"/>
                    </a:ext>
                  </a:extLst>
                </a:gridCol>
              </a:tblGrid>
              <a:tr h="1109134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12</a:t>
                      </a:r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16</a:t>
                      </a:r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504413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561C06D-ED89-8251-8F23-234BD8D065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3148126"/>
              </p:ext>
            </p:extLst>
          </p:nvPr>
        </p:nvGraphicFramePr>
        <p:xfrm>
          <a:off x="1808701" y="3640015"/>
          <a:ext cx="6782640" cy="7014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6528">
                  <a:extLst>
                    <a:ext uri="{9D8B030D-6E8A-4147-A177-3AD203B41FA5}">
                      <a16:colId xmlns:a16="http://schemas.microsoft.com/office/drawing/2014/main" val="3488721873"/>
                    </a:ext>
                  </a:extLst>
                </a:gridCol>
                <a:gridCol w="1356528">
                  <a:extLst>
                    <a:ext uri="{9D8B030D-6E8A-4147-A177-3AD203B41FA5}">
                      <a16:colId xmlns:a16="http://schemas.microsoft.com/office/drawing/2014/main" val="2316522170"/>
                    </a:ext>
                  </a:extLst>
                </a:gridCol>
                <a:gridCol w="1356528">
                  <a:extLst>
                    <a:ext uri="{9D8B030D-6E8A-4147-A177-3AD203B41FA5}">
                      <a16:colId xmlns:a16="http://schemas.microsoft.com/office/drawing/2014/main" val="3275529828"/>
                    </a:ext>
                  </a:extLst>
                </a:gridCol>
                <a:gridCol w="1356528">
                  <a:extLst>
                    <a:ext uri="{9D8B030D-6E8A-4147-A177-3AD203B41FA5}">
                      <a16:colId xmlns:a16="http://schemas.microsoft.com/office/drawing/2014/main" val="3229418500"/>
                    </a:ext>
                  </a:extLst>
                </a:gridCol>
                <a:gridCol w="1356528">
                  <a:extLst>
                    <a:ext uri="{9D8B030D-6E8A-4147-A177-3AD203B41FA5}">
                      <a16:colId xmlns:a16="http://schemas.microsoft.com/office/drawing/2014/main" val="4033421825"/>
                    </a:ext>
                  </a:extLst>
                </a:gridCol>
              </a:tblGrid>
              <a:tr h="70146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0504413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DDEC92D-7DBD-26A3-6299-2DE912C90C2A}"/>
              </a:ext>
            </a:extLst>
          </p:cNvPr>
          <p:cNvSpPr txBox="1"/>
          <p:nvPr/>
        </p:nvSpPr>
        <p:spPr>
          <a:xfrm>
            <a:off x="948732" y="2772189"/>
            <a:ext cx="970501" cy="595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err="1"/>
              <a:t>arr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5526375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41582E-C6A8-5098-1325-7FC22CCB5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53305-BCDB-92F5-BD97-E88EDADA4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Arrays (</a:t>
            </a:r>
            <a:r>
              <a:rPr lang="en-US" b="1" dirty="0"/>
              <a:t>Associative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0A7ECE-3AA1-B0B2-604B-B8BDCF36A8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Associative Array  : </a:t>
            </a:r>
            <a:r>
              <a:rPr lang="en-US" dirty="0"/>
              <a:t>An </a:t>
            </a:r>
            <a:r>
              <a:rPr lang="en-US" b="1" dirty="0"/>
              <a:t>associative array</a:t>
            </a:r>
            <a:r>
              <a:rPr lang="en-US" dirty="0"/>
              <a:t> is a collection of </a:t>
            </a:r>
            <a:r>
              <a:rPr lang="en-US" b="1" dirty="0"/>
              <a:t>key–value pairs</a:t>
            </a:r>
            <a:r>
              <a:rPr lang="en-US" dirty="0"/>
              <a:t>, where each </a:t>
            </a:r>
            <a:r>
              <a:rPr lang="en-US" b="1" dirty="0"/>
              <a:t>key</a:t>
            </a:r>
            <a:r>
              <a:rPr lang="en-US" dirty="0"/>
              <a:t> is unique and maps to a </a:t>
            </a:r>
            <a:r>
              <a:rPr lang="en-US" b="1" dirty="0"/>
              <a:t>value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dirty="0"/>
              <a:t>$student = [</a:t>
            </a:r>
          </a:p>
          <a:p>
            <a:pPr marL="0" indent="0">
              <a:buNone/>
            </a:pPr>
            <a:r>
              <a:rPr lang="en-US" dirty="0"/>
              <a:t>    "name"  =&gt; "Amit",</a:t>
            </a:r>
          </a:p>
          <a:p>
            <a:pPr marL="0" indent="0">
              <a:buNone/>
            </a:pPr>
            <a:r>
              <a:rPr lang="en-US" dirty="0"/>
              <a:t>    "age"   =&gt; 17,</a:t>
            </a:r>
          </a:p>
          <a:p>
            <a:pPr marL="0" indent="0">
              <a:buNone/>
            </a:pPr>
            <a:r>
              <a:rPr lang="en-US" dirty="0"/>
              <a:t>    "class" =&gt; "12th"</a:t>
            </a:r>
          </a:p>
          <a:p>
            <a:pPr marL="0" indent="0">
              <a:buNone/>
            </a:pPr>
            <a:r>
              <a:rPr lang="en-US" dirty="0"/>
              <a:t>];</a:t>
            </a:r>
          </a:p>
        </p:txBody>
      </p:sp>
    </p:spTree>
    <p:extLst>
      <p:ext uri="{BB962C8B-B14F-4D97-AF65-F5344CB8AC3E}">
        <p14:creationId xmlns:p14="http://schemas.microsoft.com/office/powerpoint/2010/main" val="38423574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084C55-D229-28D5-436B-D2C2C4979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D88F1-367A-D60D-B321-5960F5C880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Arrays (</a:t>
            </a:r>
            <a:r>
              <a:rPr lang="en-US" b="1" dirty="0"/>
              <a:t>Multidimensional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2895BD-83B7-45DE-D4F8-347794817A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Multidimensional Array : </a:t>
            </a:r>
            <a:r>
              <a:rPr lang="en-US" dirty="0"/>
              <a:t>A </a:t>
            </a:r>
            <a:r>
              <a:rPr lang="en-US" b="1" dirty="0"/>
              <a:t>multidimensional array</a:t>
            </a:r>
            <a:r>
              <a:rPr lang="en-US" dirty="0"/>
              <a:t> is an array that contains </a:t>
            </a:r>
            <a:r>
              <a:rPr lang="en-US" b="1" dirty="0"/>
              <a:t>one or more arrays inside it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It is used to store data in a </a:t>
            </a:r>
            <a:r>
              <a:rPr lang="en-US" b="1" dirty="0"/>
              <a:t>table-like or matrix form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b="1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971A332-4372-D4D9-1500-446E5E0548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2946075"/>
              </p:ext>
            </p:extLst>
          </p:nvPr>
        </p:nvGraphicFramePr>
        <p:xfrm>
          <a:off x="1325265" y="3418363"/>
          <a:ext cx="3960170" cy="2758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034">
                  <a:extLst>
                    <a:ext uri="{9D8B030D-6E8A-4147-A177-3AD203B41FA5}">
                      <a16:colId xmlns:a16="http://schemas.microsoft.com/office/drawing/2014/main" val="4122821588"/>
                    </a:ext>
                  </a:extLst>
                </a:gridCol>
                <a:gridCol w="792034">
                  <a:extLst>
                    <a:ext uri="{9D8B030D-6E8A-4147-A177-3AD203B41FA5}">
                      <a16:colId xmlns:a16="http://schemas.microsoft.com/office/drawing/2014/main" val="3641241402"/>
                    </a:ext>
                  </a:extLst>
                </a:gridCol>
                <a:gridCol w="792034">
                  <a:extLst>
                    <a:ext uri="{9D8B030D-6E8A-4147-A177-3AD203B41FA5}">
                      <a16:colId xmlns:a16="http://schemas.microsoft.com/office/drawing/2014/main" val="1210464440"/>
                    </a:ext>
                  </a:extLst>
                </a:gridCol>
                <a:gridCol w="792034">
                  <a:extLst>
                    <a:ext uri="{9D8B030D-6E8A-4147-A177-3AD203B41FA5}">
                      <a16:colId xmlns:a16="http://schemas.microsoft.com/office/drawing/2014/main" val="667165798"/>
                    </a:ext>
                  </a:extLst>
                </a:gridCol>
                <a:gridCol w="792034">
                  <a:extLst>
                    <a:ext uri="{9D8B030D-6E8A-4147-A177-3AD203B41FA5}">
                      <a16:colId xmlns:a16="http://schemas.microsoft.com/office/drawing/2014/main" val="3966161432"/>
                    </a:ext>
                  </a:extLst>
                </a:gridCol>
              </a:tblGrid>
              <a:tr h="689650"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1860134"/>
                  </a:ext>
                </a:extLst>
              </a:tr>
              <a:tr h="68965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515049"/>
                  </a:ext>
                </a:extLst>
              </a:tr>
              <a:tr h="68965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285243"/>
                  </a:ext>
                </a:extLst>
              </a:tr>
              <a:tr h="68965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598895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1576376-0419-17E9-D2FE-0845664D60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5385772"/>
              </p:ext>
            </p:extLst>
          </p:nvPr>
        </p:nvGraphicFramePr>
        <p:xfrm>
          <a:off x="6280220" y="3526970"/>
          <a:ext cx="4302370" cy="2571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0474">
                  <a:extLst>
                    <a:ext uri="{9D8B030D-6E8A-4147-A177-3AD203B41FA5}">
                      <a16:colId xmlns:a16="http://schemas.microsoft.com/office/drawing/2014/main" val="4122821588"/>
                    </a:ext>
                  </a:extLst>
                </a:gridCol>
                <a:gridCol w="860474">
                  <a:extLst>
                    <a:ext uri="{9D8B030D-6E8A-4147-A177-3AD203B41FA5}">
                      <a16:colId xmlns:a16="http://schemas.microsoft.com/office/drawing/2014/main" val="3641241402"/>
                    </a:ext>
                  </a:extLst>
                </a:gridCol>
                <a:gridCol w="860474">
                  <a:extLst>
                    <a:ext uri="{9D8B030D-6E8A-4147-A177-3AD203B41FA5}">
                      <a16:colId xmlns:a16="http://schemas.microsoft.com/office/drawing/2014/main" val="1210464440"/>
                    </a:ext>
                  </a:extLst>
                </a:gridCol>
                <a:gridCol w="860474">
                  <a:extLst>
                    <a:ext uri="{9D8B030D-6E8A-4147-A177-3AD203B41FA5}">
                      <a16:colId xmlns:a16="http://schemas.microsoft.com/office/drawing/2014/main" val="667165798"/>
                    </a:ext>
                  </a:extLst>
                </a:gridCol>
                <a:gridCol w="860474">
                  <a:extLst>
                    <a:ext uri="{9D8B030D-6E8A-4147-A177-3AD203B41FA5}">
                      <a16:colId xmlns:a16="http://schemas.microsoft.com/office/drawing/2014/main" val="3966161432"/>
                    </a:ext>
                  </a:extLst>
                </a:gridCol>
              </a:tblGrid>
              <a:tr h="642820"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name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age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height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width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1860134"/>
                  </a:ext>
                </a:extLst>
              </a:tr>
              <a:tr h="64282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P1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515049"/>
                  </a:ext>
                </a:extLst>
              </a:tr>
              <a:tr h="64282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P2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285243"/>
                  </a:ext>
                </a:extLst>
              </a:tr>
              <a:tr h="64282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p3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5988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943162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1808DA2-4335-0E68-6313-9C4FF8F8A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B7445-09F0-15A9-4871-5AB72DA552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 Manipulation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3597F8-CA33-43F7-AAAA-BB9F0FD0EC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b="1" dirty="0"/>
              <a:t>String Manipulation</a:t>
            </a:r>
          </a:p>
          <a:p>
            <a:pPr marL="0" indent="0">
              <a:buNone/>
            </a:pPr>
            <a:r>
              <a:rPr lang="en-US" sz="2000" dirty="0"/>
              <a:t>PHP provides many functions to </a:t>
            </a:r>
            <a:r>
              <a:rPr lang="en-US" sz="2000" b="1" dirty="0"/>
              <a:t>create, modify, and inspect strings</a:t>
            </a:r>
            <a:r>
              <a:rPr lang="en-US" sz="2000" dirty="0"/>
              <a:t>.</a:t>
            </a:r>
          </a:p>
          <a:p>
            <a:pPr marL="0" indent="0">
              <a:buNone/>
            </a:pPr>
            <a:r>
              <a:rPr lang="en-US" sz="2000" b="1" dirty="0"/>
              <a:t>Examples:</a:t>
            </a:r>
            <a:endParaRPr lang="en-US" sz="2000" dirty="0"/>
          </a:p>
          <a:p>
            <a:pPr marL="0" indent="0">
              <a:buNone/>
            </a:pPr>
            <a:r>
              <a:rPr lang="en-US" sz="2000" dirty="0"/>
              <a:t>$str = "Hello World";</a:t>
            </a:r>
          </a:p>
          <a:p>
            <a:pPr marL="0" indent="0">
              <a:buNone/>
            </a:pPr>
            <a:r>
              <a:rPr lang="en-US" sz="2000" dirty="0"/>
              <a:t>echo </a:t>
            </a:r>
            <a:r>
              <a:rPr lang="en-US" sz="2000" dirty="0" err="1"/>
              <a:t>strlen</a:t>
            </a:r>
            <a:r>
              <a:rPr lang="en-US" sz="2000" dirty="0"/>
              <a:t>($str); // 11</a:t>
            </a:r>
          </a:p>
          <a:p>
            <a:pPr marL="0" indent="0">
              <a:buNone/>
            </a:pPr>
            <a:r>
              <a:rPr lang="en-US" sz="2000" dirty="0"/>
              <a:t>echo </a:t>
            </a:r>
            <a:r>
              <a:rPr lang="en-US" sz="2000" dirty="0" err="1"/>
              <a:t>strtoupper</a:t>
            </a:r>
            <a:r>
              <a:rPr lang="en-US" sz="2000" dirty="0"/>
              <a:t>($str); // HELLO WORLD</a:t>
            </a:r>
          </a:p>
          <a:p>
            <a:pPr marL="0" indent="0">
              <a:buNone/>
            </a:pPr>
            <a:r>
              <a:rPr lang="en-US" sz="2000" dirty="0"/>
              <a:t>echo </a:t>
            </a:r>
            <a:r>
              <a:rPr lang="en-US" sz="2000" dirty="0" err="1"/>
              <a:t>strtolower</a:t>
            </a:r>
            <a:r>
              <a:rPr lang="en-US" sz="2000" dirty="0"/>
              <a:t>($str); // hello world</a:t>
            </a:r>
          </a:p>
          <a:p>
            <a:pPr marL="0" indent="0">
              <a:buNone/>
            </a:pPr>
            <a:r>
              <a:rPr lang="en-US" sz="2000" dirty="0"/>
              <a:t>echo </a:t>
            </a:r>
            <a:r>
              <a:rPr lang="en-US" sz="2000" dirty="0" err="1"/>
              <a:t>str_replace</a:t>
            </a:r>
            <a:r>
              <a:rPr lang="en-US" sz="2000" dirty="0"/>
              <a:t>("World", "PHP", $str); // Hello PHP</a:t>
            </a:r>
          </a:p>
          <a:p>
            <a:pPr marL="0" indent="0">
              <a:buNone/>
            </a:pPr>
            <a:r>
              <a:rPr lang="en-US" sz="2000" dirty="0"/>
              <a:t>echo </a:t>
            </a:r>
            <a:r>
              <a:rPr lang="en-US" sz="2000" dirty="0" err="1"/>
              <a:t>substr</a:t>
            </a:r>
            <a:r>
              <a:rPr lang="en-US" sz="2000" dirty="0"/>
              <a:t>($str, 6, 5); // World</a:t>
            </a:r>
          </a:p>
        </p:txBody>
      </p:sp>
    </p:spTree>
    <p:extLst>
      <p:ext uri="{BB962C8B-B14F-4D97-AF65-F5344CB8AC3E}">
        <p14:creationId xmlns:p14="http://schemas.microsoft.com/office/powerpoint/2010/main" val="20401995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46177D-1B88-1E7E-6F19-A93F7D6E4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C0794-3EF8-567A-F169-00F0D192F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 Manipulation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18B155-A2AB-FEEE-83C5-21EE0223C3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b="1" dirty="0"/>
              <a:t>Other Useful Functions:</a:t>
            </a:r>
            <a:endParaRPr lang="en-US" sz="2000" dirty="0"/>
          </a:p>
          <a:p>
            <a:pPr marL="0" indent="0">
              <a:buNone/>
            </a:pPr>
            <a:r>
              <a:rPr lang="en-US" sz="2000" dirty="0"/>
              <a:t>trim() → remove spaces</a:t>
            </a:r>
          </a:p>
          <a:p>
            <a:pPr marL="0" indent="0">
              <a:buNone/>
            </a:pPr>
            <a:r>
              <a:rPr lang="en-US" sz="2000" dirty="0" err="1"/>
              <a:t>strpos</a:t>
            </a:r>
            <a:r>
              <a:rPr lang="en-US" sz="2000" dirty="0"/>
              <a:t>() → find position of substring</a:t>
            </a:r>
          </a:p>
          <a:p>
            <a:pPr marL="0" indent="0">
              <a:buNone/>
            </a:pPr>
            <a:r>
              <a:rPr lang="en-US" sz="2000" dirty="0"/>
              <a:t>explode() → split string into array</a:t>
            </a:r>
          </a:p>
          <a:p>
            <a:pPr marL="0" indent="0">
              <a:buNone/>
            </a:pPr>
            <a:r>
              <a:rPr lang="en-US" sz="2000" dirty="0"/>
              <a:t>implode() → join array into string</a:t>
            </a:r>
          </a:p>
        </p:txBody>
      </p:sp>
    </p:spTree>
    <p:extLst>
      <p:ext uri="{BB962C8B-B14F-4D97-AF65-F5344CB8AC3E}">
        <p14:creationId xmlns:p14="http://schemas.microsoft.com/office/powerpoint/2010/main" val="12565676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6761ED-3559-E9F9-5DA1-F5458F8A6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72BAD-1464-34E5-C7FD-54D424934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7A359D-6A43-BBBB-B51A-C34104B899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b="1" dirty="0"/>
              <a:t>Regular Expressions (Regex)</a:t>
            </a:r>
          </a:p>
          <a:p>
            <a:pPr marL="0" indent="0">
              <a:buNone/>
            </a:pPr>
            <a:r>
              <a:rPr lang="en-US" b="1" dirty="0"/>
              <a:t>Pattern matching</a:t>
            </a:r>
            <a:r>
              <a:rPr lang="en-US" dirty="0"/>
              <a:t> in strings.</a:t>
            </a:r>
          </a:p>
          <a:p>
            <a:pPr marL="0" indent="0">
              <a:buNone/>
            </a:pPr>
            <a:r>
              <a:rPr lang="en-US" dirty="0" err="1"/>
              <a:t>preg_match</a:t>
            </a:r>
            <a:r>
              <a:rPr lang="en-US" dirty="0"/>
              <a:t>() → check if pattern exists.</a:t>
            </a:r>
          </a:p>
          <a:p>
            <a:pPr marL="0" indent="0">
              <a:buNone/>
            </a:pPr>
            <a:r>
              <a:rPr lang="en-US" dirty="0" err="1"/>
              <a:t>preg_replace</a:t>
            </a:r>
            <a:r>
              <a:rPr lang="en-US" dirty="0"/>
              <a:t>() → replace pattern.</a:t>
            </a:r>
          </a:p>
          <a:p>
            <a:pPr marL="0" indent="0">
              <a:buNone/>
            </a:pPr>
            <a:r>
              <a:rPr lang="en-US" dirty="0" err="1"/>
              <a:t>preg_split</a:t>
            </a:r>
            <a:r>
              <a:rPr lang="en-US" dirty="0"/>
              <a:t>() → split by pattern.</a:t>
            </a:r>
          </a:p>
          <a:p>
            <a:pPr marL="0" indent="0">
              <a:buNone/>
            </a:pPr>
            <a:r>
              <a:rPr lang="en-US" b="1" dirty="0"/>
              <a:t>Examples: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$str = "My email is test@example.com";</a:t>
            </a:r>
          </a:p>
          <a:p>
            <a:pPr marL="0" indent="0">
              <a:buNone/>
            </a:pPr>
            <a:r>
              <a:rPr lang="en-US" dirty="0"/>
              <a:t>if(</a:t>
            </a:r>
            <a:r>
              <a:rPr lang="en-US" dirty="0" err="1"/>
              <a:t>preg_match</a:t>
            </a:r>
            <a:r>
              <a:rPr lang="en-US" dirty="0"/>
              <a:t>("/[a-z0-9._%+-]+@[a-z0-9.-]+\.[a-z]{2,4}/", $str)){</a:t>
            </a:r>
          </a:p>
          <a:p>
            <a:pPr marL="0" indent="0">
              <a:buNone/>
            </a:pPr>
            <a:r>
              <a:rPr lang="en-US" dirty="0"/>
              <a:t>    echo "Valid email";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r>
              <a:rPr lang="en-US" dirty="0"/>
              <a:t>echo </a:t>
            </a:r>
            <a:r>
              <a:rPr lang="en-US" dirty="0" err="1"/>
              <a:t>preg_replace</a:t>
            </a:r>
            <a:r>
              <a:rPr lang="en-US" dirty="0"/>
              <a:t>("/\d/", "#", "Phone: 01712345678"); </a:t>
            </a:r>
          </a:p>
          <a:p>
            <a:pPr marL="0" indent="0">
              <a:buNone/>
            </a:pPr>
            <a:r>
              <a:rPr lang="en-US" dirty="0" err="1"/>
              <a:t>print_r</a:t>
            </a:r>
            <a:r>
              <a:rPr lang="en-US" dirty="0"/>
              <a:t>(</a:t>
            </a:r>
            <a:r>
              <a:rPr lang="en-US" dirty="0" err="1"/>
              <a:t>preg_split</a:t>
            </a:r>
            <a:r>
              <a:rPr lang="en-US" dirty="0"/>
              <a:t>("/\s+/", "PHP is fun"));</a:t>
            </a:r>
          </a:p>
        </p:txBody>
      </p:sp>
    </p:spTree>
    <p:extLst>
      <p:ext uri="{BB962C8B-B14F-4D97-AF65-F5344CB8AC3E}">
        <p14:creationId xmlns:p14="http://schemas.microsoft.com/office/powerpoint/2010/main" val="27199326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C9A795-FEC4-2B40-6CB0-B887B33E4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4E7D7-2835-0F48-76FC-66DA5FB20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Handling (Read, Write, Append)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864C4D-65E0-FD25-EC38-52AE3552C0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PHP File Handling</a:t>
            </a:r>
          </a:p>
          <a:p>
            <a:pPr marL="0" indent="0">
              <a:buNone/>
            </a:pPr>
            <a:r>
              <a:rPr lang="en-US" dirty="0"/>
              <a:t>PHP allows you to </a:t>
            </a:r>
            <a:r>
              <a:rPr lang="en-US" b="1" dirty="0"/>
              <a:t>create, read, write, and append files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b="1" dirty="0"/>
              <a:t>1. Write to a File</a:t>
            </a:r>
          </a:p>
          <a:p>
            <a:pPr marL="0" indent="0">
              <a:buNone/>
            </a:pPr>
            <a:r>
              <a:rPr lang="en-US" dirty="0" err="1"/>
              <a:t>file_put_contents</a:t>
            </a:r>
            <a:r>
              <a:rPr lang="en-US" dirty="0"/>
              <a:t>("example.txt", "Hello, PHP!");</a:t>
            </a:r>
          </a:p>
          <a:p>
            <a:pPr marL="0" indent="0">
              <a:buNone/>
            </a:pPr>
            <a:r>
              <a:rPr lang="en-US" i="1" dirty="0"/>
              <a:t>Creates or overwrites the file.</a:t>
            </a:r>
            <a:endParaRPr lang="en-US" dirty="0"/>
          </a:p>
          <a:p>
            <a:pPr marL="0" indent="0">
              <a:buNone/>
            </a:pPr>
            <a:r>
              <a:rPr lang="en-US" b="1" dirty="0"/>
              <a:t>2. Append to a File</a:t>
            </a:r>
          </a:p>
          <a:p>
            <a:pPr marL="0" indent="0">
              <a:buNone/>
            </a:pPr>
            <a:r>
              <a:rPr lang="en-US" dirty="0" err="1"/>
              <a:t>file_put_contents</a:t>
            </a:r>
            <a:r>
              <a:rPr lang="en-US" dirty="0"/>
              <a:t>("example.txt", "\</a:t>
            </a:r>
            <a:r>
              <a:rPr lang="en-US" dirty="0" err="1"/>
              <a:t>nAppended</a:t>
            </a:r>
            <a:r>
              <a:rPr lang="en-US" dirty="0"/>
              <a:t> Text", FILE_APPEND);</a:t>
            </a:r>
          </a:p>
          <a:p>
            <a:pPr marL="0" indent="0">
              <a:buNone/>
            </a:pPr>
            <a:r>
              <a:rPr lang="en-US" i="1" dirty="0"/>
              <a:t>Adds new content without deleting existing data.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87307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B33CD1-9D53-39FE-0F4E-36B3EBD2D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5971A6-FDFB-0D6E-9D32-478DD97BA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Handling (Read, Write, Append)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1153E9-3D73-57D6-8998-8F9C452739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3. Read from a File</a:t>
            </a:r>
          </a:p>
          <a:p>
            <a:pPr marL="0" indent="0">
              <a:buNone/>
            </a:pPr>
            <a:r>
              <a:rPr lang="en-US" dirty="0"/>
              <a:t>echo </a:t>
            </a:r>
            <a:r>
              <a:rPr lang="en-US" dirty="0" err="1"/>
              <a:t>file_get_contents</a:t>
            </a:r>
            <a:r>
              <a:rPr lang="en-US" dirty="0"/>
              <a:t>("example.txt"); // Read entire file</a:t>
            </a:r>
          </a:p>
          <a:p>
            <a:pPr marL="0" indent="0">
              <a:buNone/>
            </a:pPr>
            <a:r>
              <a:rPr lang="en-US" dirty="0"/>
              <a:t>$handle = </a:t>
            </a:r>
            <a:r>
              <a:rPr lang="en-US" dirty="0" err="1"/>
              <a:t>fopen</a:t>
            </a:r>
            <a:r>
              <a:rPr lang="en-US" dirty="0"/>
              <a:t>("example.txt", "r");  // Read line by line</a:t>
            </a:r>
          </a:p>
          <a:p>
            <a:pPr marL="0" indent="0">
              <a:buNone/>
            </a:pPr>
            <a:r>
              <a:rPr lang="en-US" dirty="0"/>
              <a:t>while(!</a:t>
            </a:r>
            <a:r>
              <a:rPr lang="en-US" dirty="0" err="1"/>
              <a:t>feof</a:t>
            </a:r>
            <a:r>
              <a:rPr lang="en-US" dirty="0"/>
              <a:t>($handle)){</a:t>
            </a:r>
          </a:p>
          <a:p>
            <a:pPr marL="0" indent="0">
              <a:buNone/>
            </a:pPr>
            <a:r>
              <a:rPr lang="en-US" dirty="0"/>
              <a:t>    echo </a:t>
            </a:r>
            <a:r>
              <a:rPr lang="en-US" dirty="0" err="1"/>
              <a:t>fgets</a:t>
            </a:r>
            <a:r>
              <a:rPr lang="en-US" dirty="0"/>
              <a:t>($handle) . "&lt;</a:t>
            </a:r>
            <a:r>
              <a:rPr lang="en-US" dirty="0" err="1"/>
              <a:t>br</a:t>
            </a:r>
            <a:r>
              <a:rPr lang="en-US" dirty="0"/>
              <a:t>&gt;";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r>
              <a:rPr lang="en-US" dirty="0" err="1"/>
              <a:t>fclose</a:t>
            </a:r>
            <a:r>
              <a:rPr lang="en-US" dirty="0"/>
              <a:t>($handle);</a:t>
            </a:r>
          </a:p>
        </p:txBody>
      </p:sp>
    </p:spTree>
    <p:extLst>
      <p:ext uri="{BB962C8B-B14F-4D97-AF65-F5344CB8AC3E}">
        <p14:creationId xmlns:p14="http://schemas.microsoft.com/office/powerpoint/2010/main" val="27025728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2DF1860-03A4-6944-9ABC-C5A2867EB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4EBE6E-D30C-AC78-95F0-1C718D9E1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and Exception Handling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D8665A-AB2A-D7CC-70FE-3B5964682F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sz="1800" dirty="0"/>
              <a:t>PHP provides ways to </a:t>
            </a:r>
            <a:r>
              <a:rPr lang="en-US" sz="1800" b="1" dirty="0"/>
              <a:t>detect, handle, and manage errors</a:t>
            </a:r>
            <a:r>
              <a:rPr lang="en-US" sz="1800" dirty="0"/>
              <a:t> in your code.</a:t>
            </a:r>
          </a:p>
          <a:p>
            <a:pPr marL="0" indent="0">
              <a:buNone/>
            </a:pPr>
            <a:r>
              <a:rPr lang="en-US" sz="1800" b="1" dirty="0"/>
              <a:t>1. Error Handling</a:t>
            </a:r>
          </a:p>
          <a:p>
            <a:pPr marL="0" indent="0">
              <a:buNone/>
            </a:pPr>
            <a:r>
              <a:rPr lang="en-US" sz="1800" dirty="0"/>
              <a:t>PHP has </a:t>
            </a:r>
            <a:r>
              <a:rPr lang="en-US" sz="1800" b="1" dirty="0"/>
              <a:t>built-in error </a:t>
            </a:r>
            <a:r>
              <a:rPr lang="en-US" sz="1800" b="1" dirty="0" err="1"/>
              <a:t>types</a:t>
            </a:r>
            <a:r>
              <a:rPr lang="en-US" sz="1800" dirty="0" err="1"/>
              <a:t>:</a:t>
            </a:r>
            <a:r>
              <a:rPr lang="en-US" sz="1800" b="1" dirty="0" err="1"/>
              <a:t>Notice</a:t>
            </a:r>
            <a:r>
              <a:rPr lang="en-US" sz="1800" dirty="0"/>
              <a:t> → Minor issue, script </a:t>
            </a:r>
            <a:r>
              <a:rPr lang="en-US" sz="1800" dirty="0" err="1"/>
              <a:t>continues.</a:t>
            </a:r>
            <a:r>
              <a:rPr lang="en-US" sz="1800" b="1" dirty="0" err="1"/>
              <a:t>Warning</a:t>
            </a:r>
            <a:r>
              <a:rPr lang="en-US" sz="1800" dirty="0"/>
              <a:t> → Non-fatal, script </a:t>
            </a:r>
            <a:r>
              <a:rPr lang="en-US" sz="1800" dirty="0" err="1"/>
              <a:t>continues.</a:t>
            </a:r>
            <a:r>
              <a:rPr lang="en-US" sz="1800" b="1" dirty="0" err="1"/>
              <a:t>Fatal</a:t>
            </a:r>
            <a:r>
              <a:rPr lang="en-US" sz="1800" b="1" dirty="0"/>
              <a:t> Error</a:t>
            </a:r>
            <a:r>
              <a:rPr lang="en-US" sz="1800" dirty="0"/>
              <a:t> → Stops script execution.</a:t>
            </a:r>
          </a:p>
          <a:p>
            <a:pPr marL="0" indent="0">
              <a:buNone/>
            </a:pPr>
            <a:r>
              <a:rPr lang="en-US" sz="1800" b="1" dirty="0"/>
              <a:t>Example:</a:t>
            </a:r>
            <a:endParaRPr lang="en-US" sz="1800" dirty="0"/>
          </a:p>
          <a:p>
            <a:pPr marL="0" indent="0">
              <a:buNone/>
            </a:pPr>
            <a:r>
              <a:rPr lang="en-US" sz="1800" dirty="0"/>
              <a:t>echo $</a:t>
            </a:r>
            <a:r>
              <a:rPr lang="en-US" sz="1800" dirty="0" err="1"/>
              <a:t>undefined_variable</a:t>
            </a:r>
            <a:r>
              <a:rPr lang="en-US" sz="1800" dirty="0"/>
              <a:t>;</a:t>
            </a:r>
          </a:p>
          <a:p>
            <a:pPr marL="0" indent="0">
              <a:buNone/>
            </a:pPr>
            <a:r>
              <a:rPr lang="en-US" sz="1800" dirty="0"/>
              <a:t>function </a:t>
            </a:r>
            <a:r>
              <a:rPr lang="en-US" sz="1800" dirty="0" err="1"/>
              <a:t>customError</a:t>
            </a:r>
            <a:r>
              <a:rPr lang="en-US" sz="1800" dirty="0"/>
              <a:t>($</a:t>
            </a:r>
            <a:r>
              <a:rPr lang="en-US" sz="1800" dirty="0" err="1"/>
              <a:t>errno</a:t>
            </a:r>
            <a:r>
              <a:rPr lang="en-US" sz="1800" dirty="0"/>
              <a:t>, $</a:t>
            </a:r>
            <a:r>
              <a:rPr lang="en-US" sz="1800" dirty="0" err="1"/>
              <a:t>errstr</a:t>
            </a:r>
            <a:r>
              <a:rPr lang="en-US" sz="1800" dirty="0"/>
              <a:t>) {</a:t>
            </a:r>
          </a:p>
          <a:p>
            <a:pPr marL="0" indent="0">
              <a:buNone/>
            </a:pPr>
            <a:r>
              <a:rPr lang="en-US" sz="1800" dirty="0"/>
              <a:t>    echo "Error [$</a:t>
            </a:r>
            <a:r>
              <a:rPr lang="en-US" sz="1800" dirty="0" err="1"/>
              <a:t>errno</a:t>
            </a:r>
            <a:r>
              <a:rPr lang="en-US" sz="1800" dirty="0"/>
              <a:t>]: $</a:t>
            </a:r>
            <a:r>
              <a:rPr lang="en-US" sz="1800" dirty="0" err="1"/>
              <a:t>errstr</a:t>
            </a:r>
            <a:r>
              <a:rPr lang="en-US" sz="1800" dirty="0"/>
              <a:t>";</a:t>
            </a:r>
          </a:p>
          <a:p>
            <a:pPr marL="0" indent="0">
              <a:buNone/>
            </a:pPr>
            <a:r>
              <a:rPr lang="en-US" sz="1800" dirty="0"/>
              <a:t>}</a:t>
            </a:r>
          </a:p>
          <a:p>
            <a:pPr marL="0" indent="0">
              <a:buNone/>
            </a:pPr>
            <a:r>
              <a:rPr lang="en-US" sz="1800" dirty="0" err="1"/>
              <a:t>set_error_handler</a:t>
            </a:r>
            <a:r>
              <a:rPr lang="en-US" sz="1800" dirty="0"/>
              <a:t>("</a:t>
            </a:r>
            <a:r>
              <a:rPr lang="en-US" sz="1800" dirty="0" err="1"/>
              <a:t>customError</a:t>
            </a:r>
            <a:r>
              <a:rPr lang="en-US" sz="1800" dirty="0"/>
              <a:t>");</a:t>
            </a:r>
          </a:p>
          <a:p>
            <a:pPr marL="0" indent="0">
              <a:buNone/>
            </a:pPr>
            <a:r>
              <a:rPr lang="en-US" sz="1800" dirty="0"/>
              <a:t>echo 10/0; </a:t>
            </a:r>
          </a:p>
          <a:p>
            <a:pPr marL="0" indent="0">
              <a:buNone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03599602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383031-19EF-2304-A451-F8AA0950E1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3952C9-8475-C157-5144-9946ABA96A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and Exception Handling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4C1FFF-DB0F-3964-1193-10E1A21499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sz="1800" b="1" dirty="0"/>
              <a:t>2. Exception Handling</a:t>
            </a:r>
          </a:p>
          <a:p>
            <a:pPr marL="0" indent="0">
              <a:buNone/>
            </a:pPr>
            <a:r>
              <a:rPr lang="en-US" sz="1800" dirty="0"/>
              <a:t>Use </a:t>
            </a:r>
            <a:r>
              <a:rPr lang="en-US" sz="1800" b="1" dirty="0"/>
              <a:t>try-catch blocks</a:t>
            </a:r>
            <a:r>
              <a:rPr lang="en-US" sz="1800" dirty="0"/>
              <a:t> to handle exceptions.</a:t>
            </a:r>
          </a:p>
          <a:p>
            <a:pPr marL="0" indent="0">
              <a:buNone/>
            </a:pPr>
            <a:r>
              <a:rPr lang="en-US" sz="1800" dirty="0"/>
              <a:t>Exceptions are objects, can carry </a:t>
            </a:r>
            <a:r>
              <a:rPr lang="en-US" sz="1800" b="1" dirty="0"/>
              <a:t>custom messages</a:t>
            </a:r>
            <a:r>
              <a:rPr lang="en-US" sz="1800" dirty="0"/>
              <a:t>.</a:t>
            </a:r>
          </a:p>
          <a:p>
            <a:pPr marL="0" indent="0">
              <a:buNone/>
            </a:pPr>
            <a:r>
              <a:rPr lang="en-US" sz="1800" b="1" dirty="0"/>
              <a:t>Example:</a:t>
            </a:r>
            <a:endParaRPr lang="en-US" sz="1800" dirty="0"/>
          </a:p>
          <a:p>
            <a:pPr marL="0" indent="0">
              <a:buNone/>
            </a:pPr>
            <a:r>
              <a:rPr lang="en-US" sz="1800" dirty="0"/>
              <a:t>try {</a:t>
            </a:r>
          </a:p>
          <a:p>
            <a:pPr marL="0" indent="0">
              <a:buNone/>
            </a:pPr>
            <a:r>
              <a:rPr lang="en-US" sz="1800" dirty="0"/>
              <a:t>    if(!</a:t>
            </a:r>
            <a:r>
              <a:rPr lang="en-US" sz="1800" dirty="0" err="1"/>
              <a:t>file_exists</a:t>
            </a:r>
            <a:r>
              <a:rPr lang="en-US" sz="1800" dirty="0"/>
              <a:t>("test.txt")){</a:t>
            </a:r>
          </a:p>
          <a:p>
            <a:pPr marL="0" indent="0">
              <a:buNone/>
            </a:pPr>
            <a:r>
              <a:rPr lang="en-US" sz="1800" dirty="0"/>
              <a:t>        throw new Exception("File not found!");</a:t>
            </a:r>
          </a:p>
          <a:p>
            <a:pPr marL="0" indent="0">
              <a:buNone/>
            </a:pPr>
            <a:r>
              <a:rPr lang="en-US" sz="1800" dirty="0"/>
              <a:t>    }}   catch (Exception $e) {</a:t>
            </a:r>
          </a:p>
          <a:p>
            <a:pPr marL="0" indent="0">
              <a:buNone/>
            </a:pPr>
            <a:r>
              <a:rPr lang="en-US" sz="1800" dirty="0"/>
              <a:t>    echo "Caught Exception: " . $e-&gt;</a:t>
            </a:r>
            <a:r>
              <a:rPr lang="en-US" sz="1800" dirty="0" err="1"/>
              <a:t>getMessage</a:t>
            </a:r>
            <a:r>
              <a:rPr lang="en-US" sz="1800" dirty="0"/>
              <a:t>();</a:t>
            </a:r>
          </a:p>
          <a:p>
            <a:pPr marL="0" indent="0">
              <a:buNone/>
            </a:pPr>
            <a:r>
              <a:rPr lang="en-US" sz="1800" dirty="0"/>
              <a:t>} finally {</a:t>
            </a:r>
          </a:p>
          <a:p>
            <a:pPr marL="0" indent="0">
              <a:buNone/>
            </a:pPr>
            <a:r>
              <a:rPr lang="en-US" sz="1800" dirty="0"/>
              <a:t>    echo " - Execution completed.";</a:t>
            </a:r>
          </a:p>
          <a:p>
            <a:pPr marL="0" indent="0">
              <a:buNone/>
            </a:pPr>
            <a:r>
              <a:rPr lang="en-US" sz="18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844828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4AC112F9-A8F8-6540-965F-5FD1488B2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PHP – Super Global Variable</a:t>
            </a: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A7F9E659-F748-D0A0-BCFC-88C757CA302C}"/>
              </a:ext>
            </a:extLst>
          </p:cNvPr>
          <p:cNvSpPr/>
          <p:nvPr/>
        </p:nvSpPr>
        <p:spPr>
          <a:xfrm>
            <a:off x="838200" y="1925848"/>
            <a:ext cx="10515600" cy="417690"/>
          </a:xfrm>
          <a:custGeom>
            <a:avLst/>
            <a:gdLst>
              <a:gd name="csX0" fmla="*/ 0 w 10515600"/>
              <a:gd name="csY0" fmla="*/ 69616 h 417690"/>
              <a:gd name="csX1" fmla="*/ 69616 w 10515600"/>
              <a:gd name="csY1" fmla="*/ 0 h 417690"/>
              <a:gd name="csX2" fmla="*/ 10445984 w 10515600"/>
              <a:gd name="csY2" fmla="*/ 0 h 417690"/>
              <a:gd name="csX3" fmla="*/ 10515600 w 10515600"/>
              <a:gd name="csY3" fmla="*/ 69616 h 417690"/>
              <a:gd name="csX4" fmla="*/ 10515600 w 10515600"/>
              <a:gd name="csY4" fmla="*/ 348074 h 417690"/>
              <a:gd name="csX5" fmla="*/ 10445984 w 10515600"/>
              <a:gd name="csY5" fmla="*/ 417690 h 417690"/>
              <a:gd name="csX6" fmla="*/ 69616 w 10515600"/>
              <a:gd name="csY6" fmla="*/ 417690 h 417690"/>
              <a:gd name="csX7" fmla="*/ 0 w 10515600"/>
              <a:gd name="csY7" fmla="*/ 348074 h 417690"/>
              <a:gd name="csX8" fmla="*/ 0 w 10515600"/>
              <a:gd name="csY8" fmla="*/ 69616 h 417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0515600" h="417690">
                <a:moveTo>
                  <a:pt x="0" y="69616"/>
                </a:moveTo>
                <a:cubicBezTo>
                  <a:pt x="0" y="31168"/>
                  <a:pt x="31168" y="0"/>
                  <a:pt x="69616" y="0"/>
                </a:cubicBezTo>
                <a:lnTo>
                  <a:pt x="10445984" y="0"/>
                </a:lnTo>
                <a:cubicBezTo>
                  <a:pt x="10484432" y="0"/>
                  <a:pt x="10515600" y="31168"/>
                  <a:pt x="10515600" y="69616"/>
                </a:cubicBezTo>
                <a:lnTo>
                  <a:pt x="10515600" y="348074"/>
                </a:lnTo>
                <a:cubicBezTo>
                  <a:pt x="10515600" y="386522"/>
                  <a:pt x="10484432" y="417690"/>
                  <a:pt x="10445984" y="417690"/>
                </a:cubicBezTo>
                <a:lnTo>
                  <a:pt x="69616" y="417690"/>
                </a:lnTo>
                <a:cubicBezTo>
                  <a:pt x="31168" y="417690"/>
                  <a:pt x="0" y="386522"/>
                  <a:pt x="0" y="348074"/>
                </a:cubicBezTo>
                <a:lnTo>
                  <a:pt x="0" y="69616"/>
                </a:lnTo>
                <a:close/>
              </a:path>
            </a:pathLst>
          </a:custGeom>
          <a:noFill/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85160" tIns="85160" rIns="85160" bIns="85160" numCol="1" spcCol="1270" anchor="ctr" anchorCtr="0">
            <a:noAutofit/>
          </a:bodyPr>
          <a:lstStyle/>
          <a:p>
            <a:pPr marL="0" lvl="0" indent="0" algn="l" defTabSz="7556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1700" kern="1200" dirty="0">
                <a:solidFill>
                  <a:schemeClr val="tx1"/>
                </a:solidFill>
              </a:rPr>
              <a:t>The PHP </a:t>
            </a:r>
            <a:r>
              <a:rPr lang="en-US" sz="1700" kern="1200" dirty="0" err="1">
                <a:solidFill>
                  <a:schemeClr val="tx1"/>
                </a:solidFill>
              </a:rPr>
              <a:t>superglobal</a:t>
            </a:r>
            <a:r>
              <a:rPr lang="en-US" sz="1700" kern="1200" dirty="0">
                <a:solidFill>
                  <a:schemeClr val="tx1"/>
                </a:solidFill>
              </a:rPr>
              <a:t> variables are:</a:t>
            </a:r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CDED08A-2C90-C2F1-8B33-E205F5A4660F}"/>
              </a:ext>
            </a:extLst>
          </p:cNvPr>
          <p:cNvSpPr/>
          <p:nvPr/>
        </p:nvSpPr>
        <p:spPr>
          <a:xfrm>
            <a:off x="838200" y="2392498"/>
            <a:ext cx="10515600" cy="417690"/>
          </a:xfrm>
          <a:custGeom>
            <a:avLst/>
            <a:gdLst>
              <a:gd name="csX0" fmla="*/ 0 w 10515600"/>
              <a:gd name="csY0" fmla="*/ 69616 h 417690"/>
              <a:gd name="csX1" fmla="*/ 69616 w 10515600"/>
              <a:gd name="csY1" fmla="*/ 0 h 417690"/>
              <a:gd name="csX2" fmla="*/ 10445984 w 10515600"/>
              <a:gd name="csY2" fmla="*/ 0 h 417690"/>
              <a:gd name="csX3" fmla="*/ 10515600 w 10515600"/>
              <a:gd name="csY3" fmla="*/ 69616 h 417690"/>
              <a:gd name="csX4" fmla="*/ 10515600 w 10515600"/>
              <a:gd name="csY4" fmla="*/ 348074 h 417690"/>
              <a:gd name="csX5" fmla="*/ 10445984 w 10515600"/>
              <a:gd name="csY5" fmla="*/ 417690 h 417690"/>
              <a:gd name="csX6" fmla="*/ 69616 w 10515600"/>
              <a:gd name="csY6" fmla="*/ 417690 h 417690"/>
              <a:gd name="csX7" fmla="*/ 0 w 10515600"/>
              <a:gd name="csY7" fmla="*/ 348074 h 417690"/>
              <a:gd name="csX8" fmla="*/ 0 w 10515600"/>
              <a:gd name="csY8" fmla="*/ 69616 h 417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0515600" h="417690">
                <a:moveTo>
                  <a:pt x="0" y="69616"/>
                </a:moveTo>
                <a:cubicBezTo>
                  <a:pt x="0" y="31168"/>
                  <a:pt x="31168" y="0"/>
                  <a:pt x="69616" y="0"/>
                </a:cubicBezTo>
                <a:lnTo>
                  <a:pt x="10445984" y="0"/>
                </a:lnTo>
                <a:cubicBezTo>
                  <a:pt x="10484432" y="0"/>
                  <a:pt x="10515600" y="31168"/>
                  <a:pt x="10515600" y="69616"/>
                </a:cubicBezTo>
                <a:lnTo>
                  <a:pt x="10515600" y="348074"/>
                </a:lnTo>
                <a:cubicBezTo>
                  <a:pt x="10515600" y="386522"/>
                  <a:pt x="10484432" y="417690"/>
                  <a:pt x="10445984" y="417690"/>
                </a:cubicBezTo>
                <a:lnTo>
                  <a:pt x="69616" y="417690"/>
                </a:lnTo>
                <a:cubicBezTo>
                  <a:pt x="31168" y="417690"/>
                  <a:pt x="0" y="386522"/>
                  <a:pt x="0" y="348074"/>
                </a:cubicBezTo>
                <a:lnTo>
                  <a:pt x="0" y="69616"/>
                </a:lnTo>
                <a:close/>
              </a:path>
            </a:pathLst>
          </a:custGeom>
          <a:noFill/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85160" tIns="85160" rIns="85160" bIns="85160" numCol="1" spcCol="1270" anchor="ctr" anchorCtr="0">
            <a:noAutofit/>
          </a:bodyPr>
          <a:lstStyle/>
          <a:p>
            <a:pPr marL="0" lvl="0" indent="0" algn="l" defTabSz="7556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1700" kern="1200">
                <a:solidFill>
                  <a:schemeClr val="tx1"/>
                </a:solidFill>
              </a:rPr>
              <a:t>$GLOBALS </a:t>
            </a: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8C0B8F07-EAAB-C8BF-647A-A14DEA83D41D}"/>
              </a:ext>
            </a:extLst>
          </p:cNvPr>
          <p:cNvSpPr/>
          <p:nvPr/>
        </p:nvSpPr>
        <p:spPr>
          <a:xfrm>
            <a:off x="838200" y="2859148"/>
            <a:ext cx="10515600" cy="417690"/>
          </a:xfrm>
          <a:custGeom>
            <a:avLst/>
            <a:gdLst>
              <a:gd name="csX0" fmla="*/ 0 w 10515600"/>
              <a:gd name="csY0" fmla="*/ 69616 h 417690"/>
              <a:gd name="csX1" fmla="*/ 69616 w 10515600"/>
              <a:gd name="csY1" fmla="*/ 0 h 417690"/>
              <a:gd name="csX2" fmla="*/ 10445984 w 10515600"/>
              <a:gd name="csY2" fmla="*/ 0 h 417690"/>
              <a:gd name="csX3" fmla="*/ 10515600 w 10515600"/>
              <a:gd name="csY3" fmla="*/ 69616 h 417690"/>
              <a:gd name="csX4" fmla="*/ 10515600 w 10515600"/>
              <a:gd name="csY4" fmla="*/ 348074 h 417690"/>
              <a:gd name="csX5" fmla="*/ 10445984 w 10515600"/>
              <a:gd name="csY5" fmla="*/ 417690 h 417690"/>
              <a:gd name="csX6" fmla="*/ 69616 w 10515600"/>
              <a:gd name="csY6" fmla="*/ 417690 h 417690"/>
              <a:gd name="csX7" fmla="*/ 0 w 10515600"/>
              <a:gd name="csY7" fmla="*/ 348074 h 417690"/>
              <a:gd name="csX8" fmla="*/ 0 w 10515600"/>
              <a:gd name="csY8" fmla="*/ 69616 h 417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0515600" h="417690">
                <a:moveTo>
                  <a:pt x="0" y="69616"/>
                </a:moveTo>
                <a:cubicBezTo>
                  <a:pt x="0" y="31168"/>
                  <a:pt x="31168" y="0"/>
                  <a:pt x="69616" y="0"/>
                </a:cubicBezTo>
                <a:lnTo>
                  <a:pt x="10445984" y="0"/>
                </a:lnTo>
                <a:cubicBezTo>
                  <a:pt x="10484432" y="0"/>
                  <a:pt x="10515600" y="31168"/>
                  <a:pt x="10515600" y="69616"/>
                </a:cubicBezTo>
                <a:lnTo>
                  <a:pt x="10515600" y="348074"/>
                </a:lnTo>
                <a:cubicBezTo>
                  <a:pt x="10515600" y="386522"/>
                  <a:pt x="10484432" y="417690"/>
                  <a:pt x="10445984" y="417690"/>
                </a:cubicBezTo>
                <a:lnTo>
                  <a:pt x="69616" y="417690"/>
                </a:lnTo>
                <a:cubicBezTo>
                  <a:pt x="31168" y="417690"/>
                  <a:pt x="0" y="386522"/>
                  <a:pt x="0" y="348074"/>
                </a:cubicBezTo>
                <a:lnTo>
                  <a:pt x="0" y="69616"/>
                </a:lnTo>
                <a:close/>
              </a:path>
            </a:pathLst>
          </a:custGeom>
          <a:noFill/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85160" tIns="85160" rIns="85160" bIns="85160" numCol="1" spcCol="1270" anchor="ctr" anchorCtr="0">
            <a:noAutofit/>
          </a:bodyPr>
          <a:lstStyle/>
          <a:p>
            <a:pPr marL="0" lvl="0" indent="0" algn="l" defTabSz="7556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1700" kern="1200">
                <a:solidFill>
                  <a:schemeClr val="tx1"/>
                </a:solidFill>
              </a:rPr>
              <a:t>$_SERVER  </a:t>
            </a:r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533E15B3-57F7-508E-9CEF-E2235513E0A8}"/>
              </a:ext>
            </a:extLst>
          </p:cNvPr>
          <p:cNvSpPr/>
          <p:nvPr/>
        </p:nvSpPr>
        <p:spPr>
          <a:xfrm>
            <a:off x="838200" y="3325798"/>
            <a:ext cx="10515600" cy="417690"/>
          </a:xfrm>
          <a:custGeom>
            <a:avLst/>
            <a:gdLst>
              <a:gd name="csX0" fmla="*/ 0 w 10515600"/>
              <a:gd name="csY0" fmla="*/ 69616 h 417690"/>
              <a:gd name="csX1" fmla="*/ 69616 w 10515600"/>
              <a:gd name="csY1" fmla="*/ 0 h 417690"/>
              <a:gd name="csX2" fmla="*/ 10445984 w 10515600"/>
              <a:gd name="csY2" fmla="*/ 0 h 417690"/>
              <a:gd name="csX3" fmla="*/ 10515600 w 10515600"/>
              <a:gd name="csY3" fmla="*/ 69616 h 417690"/>
              <a:gd name="csX4" fmla="*/ 10515600 w 10515600"/>
              <a:gd name="csY4" fmla="*/ 348074 h 417690"/>
              <a:gd name="csX5" fmla="*/ 10445984 w 10515600"/>
              <a:gd name="csY5" fmla="*/ 417690 h 417690"/>
              <a:gd name="csX6" fmla="*/ 69616 w 10515600"/>
              <a:gd name="csY6" fmla="*/ 417690 h 417690"/>
              <a:gd name="csX7" fmla="*/ 0 w 10515600"/>
              <a:gd name="csY7" fmla="*/ 348074 h 417690"/>
              <a:gd name="csX8" fmla="*/ 0 w 10515600"/>
              <a:gd name="csY8" fmla="*/ 69616 h 417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0515600" h="417690">
                <a:moveTo>
                  <a:pt x="0" y="69616"/>
                </a:moveTo>
                <a:cubicBezTo>
                  <a:pt x="0" y="31168"/>
                  <a:pt x="31168" y="0"/>
                  <a:pt x="69616" y="0"/>
                </a:cubicBezTo>
                <a:lnTo>
                  <a:pt x="10445984" y="0"/>
                </a:lnTo>
                <a:cubicBezTo>
                  <a:pt x="10484432" y="0"/>
                  <a:pt x="10515600" y="31168"/>
                  <a:pt x="10515600" y="69616"/>
                </a:cubicBezTo>
                <a:lnTo>
                  <a:pt x="10515600" y="348074"/>
                </a:lnTo>
                <a:cubicBezTo>
                  <a:pt x="10515600" y="386522"/>
                  <a:pt x="10484432" y="417690"/>
                  <a:pt x="10445984" y="417690"/>
                </a:cubicBezTo>
                <a:lnTo>
                  <a:pt x="69616" y="417690"/>
                </a:lnTo>
                <a:cubicBezTo>
                  <a:pt x="31168" y="417690"/>
                  <a:pt x="0" y="386522"/>
                  <a:pt x="0" y="348074"/>
                </a:cubicBezTo>
                <a:lnTo>
                  <a:pt x="0" y="69616"/>
                </a:lnTo>
                <a:close/>
              </a:path>
            </a:pathLst>
          </a:custGeom>
          <a:noFill/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85160" tIns="85160" rIns="85160" bIns="85160" numCol="1" spcCol="1270" anchor="ctr" anchorCtr="0">
            <a:noAutofit/>
          </a:bodyPr>
          <a:lstStyle/>
          <a:p>
            <a:pPr marL="0" lvl="0" indent="0" algn="l" defTabSz="7556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1700" kern="1200">
                <a:solidFill>
                  <a:schemeClr val="tx1"/>
                </a:solidFill>
              </a:rPr>
              <a:t>$_REQUEST   </a:t>
            </a: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9D99B5-A488-EEAB-7DA2-077A744DEE93}"/>
              </a:ext>
            </a:extLst>
          </p:cNvPr>
          <p:cNvSpPr/>
          <p:nvPr/>
        </p:nvSpPr>
        <p:spPr>
          <a:xfrm>
            <a:off x="838200" y="3792448"/>
            <a:ext cx="10515600" cy="417690"/>
          </a:xfrm>
          <a:custGeom>
            <a:avLst/>
            <a:gdLst>
              <a:gd name="csX0" fmla="*/ 0 w 10515600"/>
              <a:gd name="csY0" fmla="*/ 69616 h 417690"/>
              <a:gd name="csX1" fmla="*/ 69616 w 10515600"/>
              <a:gd name="csY1" fmla="*/ 0 h 417690"/>
              <a:gd name="csX2" fmla="*/ 10445984 w 10515600"/>
              <a:gd name="csY2" fmla="*/ 0 h 417690"/>
              <a:gd name="csX3" fmla="*/ 10515600 w 10515600"/>
              <a:gd name="csY3" fmla="*/ 69616 h 417690"/>
              <a:gd name="csX4" fmla="*/ 10515600 w 10515600"/>
              <a:gd name="csY4" fmla="*/ 348074 h 417690"/>
              <a:gd name="csX5" fmla="*/ 10445984 w 10515600"/>
              <a:gd name="csY5" fmla="*/ 417690 h 417690"/>
              <a:gd name="csX6" fmla="*/ 69616 w 10515600"/>
              <a:gd name="csY6" fmla="*/ 417690 h 417690"/>
              <a:gd name="csX7" fmla="*/ 0 w 10515600"/>
              <a:gd name="csY7" fmla="*/ 348074 h 417690"/>
              <a:gd name="csX8" fmla="*/ 0 w 10515600"/>
              <a:gd name="csY8" fmla="*/ 69616 h 417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0515600" h="417690">
                <a:moveTo>
                  <a:pt x="0" y="69616"/>
                </a:moveTo>
                <a:cubicBezTo>
                  <a:pt x="0" y="31168"/>
                  <a:pt x="31168" y="0"/>
                  <a:pt x="69616" y="0"/>
                </a:cubicBezTo>
                <a:lnTo>
                  <a:pt x="10445984" y="0"/>
                </a:lnTo>
                <a:cubicBezTo>
                  <a:pt x="10484432" y="0"/>
                  <a:pt x="10515600" y="31168"/>
                  <a:pt x="10515600" y="69616"/>
                </a:cubicBezTo>
                <a:lnTo>
                  <a:pt x="10515600" y="348074"/>
                </a:lnTo>
                <a:cubicBezTo>
                  <a:pt x="10515600" y="386522"/>
                  <a:pt x="10484432" y="417690"/>
                  <a:pt x="10445984" y="417690"/>
                </a:cubicBezTo>
                <a:lnTo>
                  <a:pt x="69616" y="417690"/>
                </a:lnTo>
                <a:cubicBezTo>
                  <a:pt x="31168" y="417690"/>
                  <a:pt x="0" y="386522"/>
                  <a:pt x="0" y="348074"/>
                </a:cubicBezTo>
                <a:lnTo>
                  <a:pt x="0" y="69616"/>
                </a:lnTo>
                <a:close/>
              </a:path>
            </a:pathLst>
          </a:custGeom>
          <a:noFill/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85160" tIns="85160" rIns="85160" bIns="85160" numCol="1" spcCol="1270" anchor="ctr" anchorCtr="0">
            <a:noAutofit/>
          </a:bodyPr>
          <a:lstStyle/>
          <a:p>
            <a:pPr marL="0" lvl="0" indent="0" algn="l" defTabSz="7556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1700" kern="1200">
                <a:solidFill>
                  <a:schemeClr val="tx1"/>
                </a:solidFill>
              </a:rPr>
              <a:t>$_POST</a:t>
            </a:r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A03B658C-DFD6-FBFF-224D-D9E440EC343D}"/>
              </a:ext>
            </a:extLst>
          </p:cNvPr>
          <p:cNvSpPr/>
          <p:nvPr/>
        </p:nvSpPr>
        <p:spPr>
          <a:xfrm>
            <a:off x="838200" y="4259098"/>
            <a:ext cx="10515600" cy="417690"/>
          </a:xfrm>
          <a:custGeom>
            <a:avLst/>
            <a:gdLst>
              <a:gd name="csX0" fmla="*/ 0 w 10515600"/>
              <a:gd name="csY0" fmla="*/ 69616 h 417690"/>
              <a:gd name="csX1" fmla="*/ 69616 w 10515600"/>
              <a:gd name="csY1" fmla="*/ 0 h 417690"/>
              <a:gd name="csX2" fmla="*/ 10445984 w 10515600"/>
              <a:gd name="csY2" fmla="*/ 0 h 417690"/>
              <a:gd name="csX3" fmla="*/ 10515600 w 10515600"/>
              <a:gd name="csY3" fmla="*/ 69616 h 417690"/>
              <a:gd name="csX4" fmla="*/ 10515600 w 10515600"/>
              <a:gd name="csY4" fmla="*/ 348074 h 417690"/>
              <a:gd name="csX5" fmla="*/ 10445984 w 10515600"/>
              <a:gd name="csY5" fmla="*/ 417690 h 417690"/>
              <a:gd name="csX6" fmla="*/ 69616 w 10515600"/>
              <a:gd name="csY6" fmla="*/ 417690 h 417690"/>
              <a:gd name="csX7" fmla="*/ 0 w 10515600"/>
              <a:gd name="csY7" fmla="*/ 348074 h 417690"/>
              <a:gd name="csX8" fmla="*/ 0 w 10515600"/>
              <a:gd name="csY8" fmla="*/ 69616 h 417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0515600" h="417690">
                <a:moveTo>
                  <a:pt x="0" y="69616"/>
                </a:moveTo>
                <a:cubicBezTo>
                  <a:pt x="0" y="31168"/>
                  <a:pt x="31168" y="0"/>
                  <a:pt x="69616" y="0"/>
                </a:cubicBezTo>
                <a:lnTo>
                  <a:pt x="10445984" y="0"/>
                </a:lnTo>
                <a:cubicBezTo>
                  <a:pt x="10484432" y="0"/>
                  <a:pt x="10515600" y="31168"/>
                  <a:pt x="10515600" y="69616"/>
                </a:cubicBezTo>
                <a:lnTo>
                  <a:pt x="10515600" y="348074"/>
                </a:lnTo>
                <a:cubicBezTo>
                  <a:pt x="10515600" y="386522"/>
                  <a:pt x="10484432" y="417690"/>
                  <a:pt x="10445984" y="417690"/>
                </a:cubicBezTo>
                <a:lnTo>
                  <a:pt x="69616" y="417690"/>
                </a:lnTo>
                <a:cubicBezTo>
                  <a:pt x="31168" y="417690"/>
                  <a:pt x="0" y="386522"/>
                  <a:pt x="0" y="348074"/>
                </a:cubicBezTo>
                <a:lnTo>
                  <a:pt x="0" y="69616"/>
                </a:lnTo>
                <a:close/>
              </a:path>
            </a:pathLst>
          </a:custGeom>
          <a:noFill/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85160" tIns="85160" rIns="85160" bIns="85160" numCol="1" spcCol="1270" anchor="ctr" anchorCtr="0">
            <a:noAutofit/>
          </a:bodyPr>
          <a:lstStyle/>
          <a:p>
            <a:pPr marL="0" lvl="0" indent="0" algn="l" defTabSz="7556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1700" kern="1200">
                <a:solidFill>
                  <a:schemeClr val="tx1"/>
                </a:solidFill>
              </a:rPr>
              <a:t>$_ENV  $_COOKIE   </a:t>
            </a:r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B4DD81E4-FD99-6707-C79D-0DD5DCAAE924}"/>
              </a:ext>
            </a:extLst>
          </p:cNvPr>
          <p:cNvSpPr/>
          <p:nvPr/>
        </p:nvSpPr>
        <p:spPr>
          <a:xfrm>
            <a:off x="838200" y="4725749"/>
            <a:ext cx="10515600" cy="417690"/>
          </a:xfrm>
          <a:custGeom>
            <a:avLst/>
            <a:gdLst>
              <a:gd name="csX0" fmla="*/ 0 w 10515600"/>
              <a:gd name="csY0" fmla="*/ 69616 h 417690"/>
              <a:gd name="csX1" fmla="*/ 69616 w 10515600"/>
              <a:gd name="csY1" fmla="*/ 0 h 417690"/>
              <a:gd name="csX2" fmla="*/ 10445984 w 10515600"/>
              <a:gd name="csY2" fmla="*/ 0 h 417690"/>
              <a:gd name="csX3" fmla="*/ 10515600 w 10515600"/>
              <a:gd name="csY3" fmla="*/ 69616 h 417690"/>
              <a:gd name="csX4" fmla="*/ 10515600 w 10515600"/>
              <a:gd name="csY4" fmla="*/ 348074 h 417690"/>
              <a:gd name="csX5" fmla="*/ 10445984 w 10515600"/>
              <a:gd name="csY5" fmla="*/ 417690 h 417690"/>
              <a:gd name="csX6" fmla="*/ 69616 w 10515600"/>
              <a:gd name="csY6" fmla="*/ 417690 h 417690"/>
              <a:gd name="csX7" fmla="*/ 0 w 10515600"/>
              <a:gd name="csY7" fmla="*/ 348074 h 417690"/>
              <a:gd name="csX8" fmla="*/ 0 w 10515600"/>
              <a:gd name="csY8" fmla="*/ 69616 h 417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0515600" h="417690">
                <a:moveTo>
                  <a:pt x="0" y="69616"/>
                </a:moveTo>
                <a:cubicBezTo>
                  <a:pt x="0" y="31168"/>
                  <a:pt x="31168" y="0"/>
                  <a:pt x="69616" y="0"/>
                </a:cubicBezTo>
                <a:lnTo>
                  <a:pt x="10445984" y="0"/>
                </a:lnTo>
                <a:cubicBezTo>
                  <a:pt x="10484432" y="0"/>
                  <a:pt x="10515600" y="31168"/>
                  <a:pt x="10515600" y="69616"/>
                </a:cubicBezTo>
                <a:lnTo>
                  <a:pt x="10515600" y="348074"/>
                </a:lnTo>
                <a:cubicBezTo>
                  <a:pt x="10515600" y="386522"/>
                  <a:pt x="10484432" y="417690"/>
                  <a:pt x="10445984" y="417690"/>
                </a:cubicBezTo>
                <a:lnTo>
                  <a:pt x="69616" y="417690"/>
                </a:lnTo>
                <a:cubicBezTo>
                  <a:pt x="31168" y="417690"/>
                  <a:pt x="0" y="386522"/>
                  <a:pt x="0" y="348074"/>
                </a:cubicBezTo>
                <a:lnTo>
                  <a:pt x="0" y="69616"/>
                </a:lnTo>
                <a:close/>
              </a:path>
            </a:pathLst>
          </a:custGeom>
          <a:noFill/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85160" tIns="85160" rIns="85160" bIns="85160" numCol="1" spcCol="1270" anchor="ctr" anchorCtr="0">
            <a:noAutofit/>
          </a:bodyPr>
          <a:lstStyle/>
          <a:p>
            <a:pPr marL="0" lvl="0" indent="0" algn="l" defTabSz="7556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1700" kern="1200">
                <a:solidFill>
                  <a:schemeClr val="tx1"/>
                </a:solidFill>
              </a:rPr>
              <a:t>$_SESSION </a:t>
            </a:r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29CA5EC6-08AD-B3C3-402A-86FEEE0B032C}"/>
              </a:ext>
            </a:extLst>
          </p:cNvPr>
          <p:cNvSpPr/>
          <p:nvPr/>
        </p:nvSpPr>
        <p:spPr>
          <a:xfrm>
            <a:off x="838200" y="5192399"/>
            <a:ext cx="10515600" cy="417690"/>
          </a:xfrm>
          <a:custGeom>
            <a:avLst/>
            <a:gdLst>
              <a:gd name="csX0" fmla="*/ 0 w 10515600"/>
              <a:gd name="csY0" fmla="*/ 69616 h 417690"/>
              <a:gd name="csX1" fmla="*/ 69616 w 10515600"/>
              <a:gd name="csY1" fmla="*/ 0 h 417690"/>
              <a:gd name="csX2" fmla="*/ 10445984 w 10515600"/>
              <a:gd name="csY2" fmla="*/ 0 h 417690"/>
              <a:gd name="csX3" fmla="*/ 10515600 w 10515600"/>
              <a:gd name="csY3" fmla="*/ 69616 h 417690"/>
              <a:gd name="csX4" fmla="*/ 10515600 w 10515600"/>
              <a:gd name="csY4" fmla="*/ 348074 h 417690"/>
              <a:gd name="csX5" fmla="*/ 10445984 w 10515600"/>
              <a:gd name="csY5" fmla="*/ 417690 h 417690"/>
              <a:gd name="csX6" fmla="*/ 69616 w 10515600"/>
              <a:gd name="csY6" fmla="*/ 417690 h 417690"/>
              <a:gd name="csX7" fmla="*/ 0 w 10515600"/>
              <a:gd name="csY7" fmla="*/ 348074 h 417690"/>
              <a:gd name="csX8" fmla="*/ 0 w 10515600"/>
              <a:gd name="csY8" fmla="*/ 69616 h 417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0515600" h="417690">
                <a:moveTo>
                  <a:pt x="0" y="69616"/>
                </a:moveTo>
                <a:cubicBezTo>
                  <a:pt x="0" y="31168"/>
                  <a:pt x="31168" y="0"/>
                  <a:pt x="69616" y="0"/>
                </a:cubicBezTo>
                <a:lnTo>
                  <a:pt x="10445984" y="0"/>
                </a:lnTo>
                <a:cubicBezTo>
                  <a:pt x="10484432" y="0"/>
                  <a:pt x="10515600" y="31168"/>
                  <a:pt x="10515600" y="69616"/>
                </a:cubicBezTo>
                <a:lnTo>
                  <a:pt x="10515600" y="348074"/>
                </a:lnTo>
                <a:cubicBezTo>
                  <a:pt x="10515600" y="386522"/>
                  <a:pt x="10484432" y="417690"/>
                  <a:pt x="10445984" y="417690"/>
                </a:cubicBezTo>
                <a:lnTo>
                  <a:pt x="69616" y="417690"/>
                </a:lnTo>
                <a:cubicBezTo>
                  <a:pt x="31168" y="417690"/>
                  <a:pt x="0" y="386522"/>
                  <a:pt x="0" y="348074"/>
                </a:cubicBezTo>
                <a:lnTo>
                  <a:pt x="0" y="69616"/>
                </a:lnTo>
                <a:close/>
              </a:path>
            </a:pathLst>
          </a:custGeom>
          <a:noFill/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85160" tIns="85160" rIns="85160" bIns="85160" numCol="1" spcCol="1270" anchor="ctr" anchorCtr="0">
            <a:noAutofit/>
          </a:bodyPr>
          <a:lstStyle/>
          <a:p>
            <a:pPr marL="0" lvl="0" indent="0" algn="l" defTabSz="7556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1700" kern="1200">
                <a:solidFill>
                  <a:schemeClr val="tx1"/>
                </a:solidFill>
              </a:rPr>
              <a:t>$_GET </a:t>
            </a: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E73989DD-40D6-C7B6-6C24-CD01F8A871CD}"/>
              </a:ext>
            </a:extLst>
          </p:cNvPr>
          <p:cNvSpPr/>
          <p:nvPr/>
        </p:nvSpPr>
        <p:spPr>
          <a:xfrm>
            <a:off x="838200" y="5659049"/>
            <a:ext cx="10515600" cy="417690"/>
          </a:xfrm>
          <a:custGeom>
            <a:avLst/>
            <a:gdLst>
              <a:gd name="csX0" fmla="*/ 0 w 10515600"/>
              <a:gd name="csY0" fmla="*/ 69616 h 417690"/>
              <a:gd name="csX1" fmla="*/ 69616 w 10515600"/>
              <a:gd name="csY1" fmla="*/ 0 h 417690"/>
              <a:gd name="csX2" fmla="*/ 10445984 w 10515600"/>
              <a:gd name="csY2" fmla="*/ 0 h 417690"/>
              <a:gd name="csX3" fmla="*/ 10515600 w 10515600"/>
              <a:gd name="csY3" fmla="*/ 69616 h 417690"/>
              <a:gd name="csX4" fmla="*/ 10515600 w 10515600"/>
              <a:gd name="csY4" fmla="*/ 348074 h 417690"/>
              <a:gd name="csX5" fmla="*/ 10445984 w 10515600"/>
              <a:gd name="csY5" fmla="*/ 417690 h 417690"/>
              <a:gd name="csX6" fmla="*/ 69616 w 10515600"/>
              <a:gd name="csY6" fmla="*/ 417690 h 417690"/>
              <a:gd name="csX7" fmla="*/ 0 w 10515600"/>
              <a:gd name="csY7" fmla="*/ 348074 h 417690"/>
              <a:gd name="csX8" fmla="*/ 0 w 10515600"/>
              <a:gd name="csY8" fmla="*/ 69616 h 417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0515600" h="417690">
                <a:moveTo>
                  <a:pt x="0" y="69616"/>
                </a:moveTo>
                <a:cubicBezTo>
                  <a:pt x="0" y="31168"/>
                  <a:pt x="31168" y="0"/>
                  <a:pt x="69616" y="0"/>
                </a:cubicBezTo>
                <a:lnTo>
                  <a:pt x="10445984" y="0"/>
                </a:lnTo>
                <a:cubicBezTo>
                  <a:pt x="10484432" y="0"/>
                  <a:pt x="10515600" y="31168"/>
                  <a:pt x="10515600" y="69616"/>
                </a:cubicBezTo>
                <a:lnTo>
                  <a:pt x="10515600" y="348074"/>
                </a:lnTo>
                <a:cubicBezTo>
                  <a:pt x="10515600" y="386522"/>
                  <a:pt x="10484432" y="417690"/>
                  <a:pt x="10445984" y="417690"/>
                </a:cubicBezTo>
                <a:lnTo>
                  <a:pt x="69616" y="417690"/>
                </a:lnTo>
                <a:cubicBezTo>
                  <a:pt x="31168" y="417690"/>
                  <a:pt x="0" y="386522"/>
                  <a:pt x="0" y="348074"/>
                </a:cubicBezTo>
                <a:lnTo>
                  <a:pt x="0" y="69616"/>
                </a:lnTo>
                <a:close/>
              </a:path>
            </a:pathLst>
          </a:custGeom>
          <a:noFill/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85160" tIns="85160" rIns="85160" bIns="85160" numCol="1" spcCol="1270" anchor="ctr" anchorCtr="0">
            <a:noAutofit/>
          </a:bodyPr>
          <a:lstStyle/>
          <a:p>
            <a:pPr marL="0" lvl="0" indent="0" algn="l" defTabSz="7556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1700" kern="1200">
                <a:solidFill>
                  <a:schemeClr val="tx1"/>
                </a:solidFill>
              </a:rPr>
              <a:t>$_FILES</a:t>
            </a:r>
          </a:p>
        </p:txBody>
      </p:sp>
      <p:sp>
        <p:nvSpPr>
          <p:cNvPr id="16" name="Footer Placeholder 3">
            <a:extLst>
              <a:ext uri="{FF2B5EF4-FFF2-40B4-BE49-F238E27FC236}">
                <a16:creationId xmlns:a16="http://schemas.microsoft.com/office/drawing/2014/main" id="{729B877E-0444-C0E6-25E0-BF9628BB6C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17" name="Slide Number Placeholder 4">
            <a:extLst>
              <a:ext uri="{FF2B5EF4-FFF2-40B4-BE49-F238E27FC236}">
                <a16:creationId xmlns:a16="http://schemas.microsoft.com/office/drawing/2014/main" id="{EBDF6B78-AEA0-DCC8-82F2-921227439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840A397-22F7-44C1-BD16-3031F48586EF}" type="slidenum">
              <a:rPr lang="en-US" smtClean="0"/>
              <a:pPr/>
              <a:t>28</a:t>
            </a:fld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69010AD-DB24-FA8F-D711-8DD5154C7D5C}"/>
              </a:ext>
            </a:extLst>
          </p:cNvPr>
          <p:cNvCxnSpPr/>
          <p:nvPr/>
        </p:nvCxnSpPr>
        <p:spPr>
          <a:xfrm>
            <a:off x="838200" y="1696720"/>
            <a:ext cx="10515600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94593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09A781-9F41-864A-1664-015CB7C09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6DFC4F13-1ACA-73A0-BBEF-0478E8B1C5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PHP - $_SERVER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40EBB78-96A6-F56F-62A1-F81077B22E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/>
              <a:t>echo $_SERVER['PHP_SELF'];</a:t>
            </a:r>
          </a:p>
          <a:p>
            <a:r>
              <a:rPr lang="en-US" dirty="0"/>
              <a:t>echo $_SERVER['SERVER_NAME'];</a:t>
            </a:r>
          </a:p>
          <a:p>
            <a:r>
              <a:rPr lang="en-US" dirty="0"/>
              <a:t>echo $_SERVER['HTTP_HOST'];</a:t>
            </a:r>
          </a:p>
          <a:p>
            <a:r>
              <a:rPr lang="en-US" dirty="0"/>
              <a:t>echo $_SERVER['HTTP_REFERER'];</a:t>
            </a:r>
          </a:p>
          <a:p>
            <a:r>
              <a:rPr lang="en-US" dirty="0"/>
              <a:t>echo $_SERVER['HTTP_USER_AGENT'];</a:t>
            </a:r>
          </a:p>
          <a:p>
            <a:r>
              <a:rPr lang="en-US" dirty="0"/>
              <a:t>echo $_SERVER['SCRIPT_NAME'];</a:t>
            </a:r>
          </a:p>
          <a:p>
            <a:endParaRPr lang="en-US" dirty="0"/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86F17773-B7C9-9221-B25B-4313D27A12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41F8B150-A177-C6FB-F1BA-5915C0B20C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840A397-22F7-44C1-BD16-3031F48586EF}" type="slidenum">
              <a:rPr lang="en-US" smtClean="0"/>
              <a:pPr/>
              <a:t>29</a:t>
            </a:fld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FB02EBB-55EB-C4A6-13EE-B1808ADE26CC}"/>
              </a:ext>
            </a:extLst>
          </p:cNvPr>
          <p:cNvCxnSpPr/>
          <p:nvPr/>
        </p:nvCxnSpPr>
        <p:spPr>
          <a:xfrm>
            <a:off x="838200" y="1696720"/>
            <a:ext cx="10515600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64530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A2D9DE4-96FC-F3AC-AA5B-6B5CCD6CB3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PHP - $_REQUEST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102878E-7F2D-C1EF-012D-A5B6D1D6FA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/>
              <a:t>$_REQUEST is a PHP super global variable which contains submitted form data, and all cookie data.</a:t>
            </a:r>
          </a:p>
          <a:p>
            <a:r>
              <a:rPr lang="en-US" dirty="0"/>
              <a:t>$_REQUEST is an array containing data from </a:t>
            </a:r>
            <a:r>
              <a:rPr lang="en-US" dirty="0">
                <a:hlinkClick r:id="rId2"/>
              </a:rPr>
              <a:t>$_GET</a:t>
            </a:r>
            <a:r>
              <a:rPr lang="en-US" dirty="0"/>
              <a:t>, </a:t>
            </a:r>
            <a:r>
              <a:rPr lang="en-US" dirty="0">
                <a:hlinkClick r:id="rId3"/>
              </a:rPr>
              <a:t>$_POST</a:t>
            </a:r>
            <a:r>
              <a:rPr lang="en-US" dirty="0"/>
              <a:t>, and $_COOKIE.</a:t>
            </a:r>
          </a:p>
          <a:p>
            <a:endParaRPr lang="en-US" dirty="0"/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C9DDFBCB-868C-269B-F022-B7298DE28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852F495B-8370-E1F2-314A-7F96962C8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840A397-22F7-44C1-BD16-3031F48586EF}" type="slidenum">
              <a:rPr lang="en-US" smtClean="0"/>
              <a:pPr/>
              <a:t>30</a:t>
            </a:fld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7DE350F-111E-5B88-08BE-3499B7329FFA}"/>
              </a:ext>
            </a:extLst>
          </p:cNvPr>
          <p:cNvCxnSpPr/>
          <p:nvPr/>
        </p:nvCxnSpPr>
        <p:spPr>
          <a:xfrm>
            <a:off x="838200" y="1696720"/>
            <a:ext cx="10515600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05565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CDEA2ADB-EFE3-68A2-2BB3-FB52E779AC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PHP - $_GET and $_POST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8E7E0B4-9E22-95FA-9284-313B0BF79F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/>
              <a:t>Discuss in class room</a:t>
            </a:r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45A9CBE9-8A1B-C704-60CA-3796FED18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7F7F7221-9B36-BD86-4C75-24F24619D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840A397-22F7-44C1-BD16-3031F48586EF}" type="slidenum">
              <a:rPr lang="en-US" smtClean="0"/>
              <a:pPr/>
              <a:t>31</a:t>
            </a:fld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D2779D1-0C3E-44A8-5010-BDD1C0931859}"/>
              </a:ext>
            </a:extLst>
          </p:cNvPr>
          <p:cNvCxnSpPr/>
          <p:nvPr/>
        </p:nvCxnSpPr>
        <p:spPr>
          <a:xfrm>
            <a:off x="838200" y="1696720"/>
            <a:ext cx="10515600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796021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EE76535-404C-B343-6DB5-50B4DEB6E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PHP-$_COOKIE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C240FD5C-2D09-8732-F84E-5E27FFC7931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94771362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D0117E89-8B6F-0C2D-E08B-265DF459B0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604C06E2-8B13-964B-DAAE-EE8D35A62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840A397-22F7-44C1-BD16-3031F48586EF}" type="slidenum">
              <a:rPr lang="en-US" smtClean="0"/>
              <a:pPr/>
              <a:t>32</a:t>
            </a:fld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E7CE0CA-66CC-C272-889D-EFFE9088B367}"/>
              </a:ext>
            </a:extLst>
          </p:cNvPr>
          <p:cNvCxnSpPr/>
          <p:nvPr/>
        </p:nvCxnSpPr>
        <p:spPr>
          <a:xfrm>
            <a:off x="838200" y="1696720"/>
            <a:ext cx="10515600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237003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23E68388-CB83-DCAE-54A2-62193A6FD8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PHP-$_COOKIE</a:t>
            </a:r>
          </a:p>
        </p:txBody>
      </p:sp>
      <p:sp>
        <p:nvSpPr>
          <p:cNvPr id="10" name="Footer Placeholder 3">
            <a:extLst>
              <a:ext uri="{FF2B5EF4-FFF2-40B4-BE49-F238E27FC236}">
                <a16:creationId xmlns:a16="http://schemas.microsoft.com/office/drawing/2014/main" id="{FA3168E3-A702-C348-6D52-C12D43B52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D4CFA3B-303F-D28D-9057-C2915DDA7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840A397-22F7-44C1-BD16-3031F48586EF}" type="slidenum">
              <a:rPr lang="en-US" smtClean="0"/>
              <a:pPr/>
              <a:t>33</a:t>
            </a:fld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18CF5EB-97B6-31CE-B5BC-D655854B75F3}"/>
              </a:ext>
            </a:extLst>
          </p:cNvPr>
          <p:cNvCxnSpPr/>
          <p:nvPr/>
        </p:nvCxnSpPr>
        <p:spPr>
          <a:xfrm>
            <a:off x="838200" y="1696720"/>
            <a:ext cx="10515600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ontent Placeholder 6">
            <a:extLst>
              <a:ext uri="{FF2B5EF4-FFF2-40B4-BE49-F238E27FC236}">
                <a16:creationId xmlns:a16="http://schemas.microsoft.com/office/drawing/2014/main" id="{C881B7ED-B3E7-F81C-B366-E7FF8A483A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&lt;?</a:t>
            </a:r>
            <a:r>
              <a:rPr lang="en-US" dirty="0" err="1"/>
              <a:t>php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// </a:t>
            </a:r>
            <a:r>
              <a:rPr lang="en-US" dirty="0" err="1"/>
              <a:t>setcookie</a:t>
            </a:r>
            <a:r>
              <a:rPr lang="en-US" dirty="0"/>
              <a:t>(name, value, </a:t>
            </a:r>
            <a:r>
              <a:rPr lang="en-US" dirty="0" err="1"/>
              <a:t>expire_time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dirty="0" err="1"/>
              <a:t>setcookie</a:t>
            </a:r>
            <a:r>
              <a:rPr lang="en-US" dirty="0"/>
              <a:t>("username", "Mahadi", time() + 3600); // </a:t>
            </a:r>
            <a:r>
              <a:rPr lang="en-US"/>
              <a:t>1 hour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echo "Cookie has been set!";</a:t>
            </a:r>
          </a:p>
          <a:p>
            <a:pPr marL="0" indent="0">
              <a:buNone/>
            </a:pPr>
            <a:r>
              <a:rPr lang="en-US" dirty="0"/>
              <a:t>?&gt;</a:t>
            </a:r>
          </a:p>
          <a:p>
            <a:pPr marL="0" indent="0">
              <a:buNone/>
            </a:pPr>
            <a:r>
              <a:rPr lang="en-US" dirty="0"/>
              <a:t>&lt;?</a:t>
            </a:r>
            <a:r>
              <a:rPr lang="en-US" dirty="0" err="1"/>
              <a:t>php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if(</a:t>
            </a:r>
            <a:r>
              <a:rPr lang="en-US" dirty="0" err="1"/>
              <a:t>isset</a:t>
            </a:r>
            <a:r>
              <a:rPr lang="en-US" dirty="0"/>
              <a:t>($_COOKIE["username"])) {</a:t>
            </a:r>
          </a:p>
          <a:p>
            <a:pPr marL="0" indent="0">
              <a:buNone/>
            </a:pPr>
            <a:r>
              <a:rPr lang="en-US" dirty="0"/>
              <a:t>    echo "Welcome, " . $_COOKIE["username"];</a:t>
            </a:r>
          </a:p>
          <a:p>
            <a:pPr marL="0" indent="0">
              <a:buNone/>
            </a:pPr>
            <a:r>
              <a:rPr lang="en-US" dirty="0"/>
              <a:t>} else {</a:t>
            </a:r>
          </a:p>
          <a:p>
            <a:pPr marL="0" indent="0">
              <a:buNone/>
            </a:pPr>
            <a:r>
              <a:rPr lang="en-US" dirty="0"/>
              <a:t>    echo "Cookie not found!";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r>
              <a:rPr lang="en-US" dirty="0"/>
              <a:t>?&gt;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317313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11830-327C-570E-9846-53590CF30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PHP $_SESSION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E448F5-00A1-F052-9F60-357B907689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session is a way to store user data on the </a:t>
            </a:r>
            <a:r>
              <a:rPr lang="en-US" b="1" dirty="0"/>
              <a:t>server</a:t>
            </a:r>
            <a:endParaRPr lang="en-US" dirty="0"/>
          </a:p>
          <a:p>
            <a:r>
              <a:rPr lang="en-US" dirty="0"/>
              <a:t>Data is available across multiple pages</a:t>
            </a:r>
          </a:p>
          <a:p>
            <a:r>
              <a:rPr lang="en-US" dirty="0"/>
              <a:t>Each user gets a </a:t>
            </a:r>
            <a:r>
              <a:rPr lang="en-US" b="1" dirty="0"/>
              <a:t>unique session ID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119133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AAF7C-9894-2384-EB2E-DDF410B51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85C80-41F2-3F1B-B87C-CE9D3724DB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PHP $_SESSION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A6089D69-0BB2-A907-8E32-70760717D45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825624"/>
            <a:ext cx="10941996" cy="2800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3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How it works ???</a:t>
            </a:r>
          </a:p>
          <a:p>
            <a:pPr marL="514350" marR="0" lvl="0" indent="-5143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User visits a website</a:t>
            </a:r>
          </a:p>
          <a:p>
            <a:pPr marL="514350" marR="0" lvl="0" indent="-5143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PHP creates a session ID</a:t>
            </a:r>
          </a:p>
          <a:p>
            <a:pPr marL="514350" marR="0" lvl="0" indent="-5143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Session ID is stored in browser (cookie)</a:t>
            </a:r>
          </a:p>
          <a:p>
            <a:pPr marL="514350" marR="0" lvl="0" indent="-5143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Session data is stored on the server</a:t>
            </a:r>
          </a:p>
          <a:p>
            <a:pPr marL="514350" marR="0" lvl="0" indent="-5143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 is retrieved using the session ID</a:t>
            </a:r>
          </a:p>
        </p:txBody>
      </p:sp>
    </p:spTree>
    <p:extLst>
      <p:ext uri="{BB962C8B-B14F-4D97-AF65-F5344CB8AC3E}">
        <p14:creationId xmlns:p14="http://schemas.microsoft.com/office/powerpoint/2010/main" val="302646843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3CCCFD-73D2-567E-3944-F33583A6D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A43BD3-2B4C-35E4-B7A2-FCC336A20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PHP and Databases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D364C0-8DED-887C-B46E-85EF9347A0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Definition:</a:t>
            </a:r>
            <a:br>
              <a:rPr lang="en-US" dirty="0"/>
            </a:br>
            <a:r>
              <a:rPr lang="en-US" dirty="0"/>
              <a:t>PHP can interact with databases to </a:t>
            </a:r>
            <a:r>
              <a:rPr lang="en-US" b="1" dirty="0"/>
              <a:t>store, retrieve, update, and delete data</a:t>
            </a:r>
            <a:r>
              <a:rPr lang="en-US" dirty="0"/>
              <a:t>, enabling dynamic web applications.</a:t>
            </a:r>
          </a:p>
          <a:p>
            <a:pPr marL="0" indent="0">
              <a:buNone/>
            </a:pPr>
            <a:r>
              <a:rPr lang="en-US" b="1" dirty="0"/>
              <a:t>Common Databases with PHP</a:t>
            </a:r>
          </a:p>
          <a:p>
            <a:r>
              <a:rPr lang="en-US" b="1" dirty="0"/>
              <a:t>MySQL / MariaDB</a:t>
            </a:r>
            <a:r>
              <a:rPr lang="en-US" dirty="0"/>
              <a:t> – Most popular relational database.</a:t>
            </a:r>
          </a:p>
          <a:p>
            <a:r>
              <a:rPr lang="en-US" b="1" dirty="0"/>
              <a:t>PostgreSQL</a:t>
            </a:r>
            <a:r>
              <a:rPr lang="en-US" dirty="0"/>
              <a:t> – Advanced SQL features.</a:t>
            </a:r>
          </a:p>
          <a:p>
            <a:r>
              <a:rPr lang="en-US" b="1" dirty="0"/>
              <a:t>SQLite</a:t>
            </a:r>
            <a:r>
              <a:rPr lang="en-US" dirty="0"/>
              <a:t> – Lightweight file-based database.</a:t>
            </a:r>
          </a:p>
          <a:p>
            <a:r>
              <a:rPr lang="en-US" b="1" dirty="0"/>
              <a:t>NoSQL databases</a:t>
            </a:r>
            <a:r>
              <a:rPr lang="en-US" dirty="0"/>
              <a:t> (e.g., MongoDB) – For flexible, schema-less data.</a:t>
            </a:r>
          </a:p>
        </p:txBody>
      </p:sp>
    </p:spTree>
    <p:extLst>
      <p:ext uri="{BB962C8B-B14F-4D97-AF65-F5344CB8AC3E}">
        <p14:creationId xmlns:p14="http://schemas.microsoft.com/office/powerpoint/2010/main" val="342360415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717AD-1A98-5FA6-D3BA-7E5FE7F0AE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Database?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5E95FE-D09B-6625-520E-5AB2BD155E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r>
              <a:rPr lang="en-US" dirty="0"/>
              <a:t>A </a:t>
            </a:r>
            <a:r>
              <a:rPr lang="en-US" b="1" dirty="0"/>
              <a:t>database</a:t>
            </a:r>
            <a:r>
              <a:rPr lang="en-US" dirty="0"/>
              <a:t> is an organized collection of data that is stored electronically and can be easily </a:t>
            </a:r>
            <a:r>
              <a:rPr lang="en-US" b="1" dirty="0"/>
              <a:t>accessed, managed, updated, and retrieved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868107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7C0089-B80B-764C-A30E-40418EED0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Databases Based on Data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CA3B54-1284-84CE-C2B3-06EFE1D80A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 dirty="0"/>
              <a:t>1. Structured Database</a:t>
            </a:r>
          </a:p>
          <a:p>
            <a:r>
              <a:rPr lang="en-US" dirty="0"/>
              <a:t>Data is stored in a </a:t>
            </a:r>
            <a:r>
              <a:rPr lang="en-US" b="1" dirty="0"/>
              <a:t>fixed format</a:t>
            </a:r>
            <a:r>
              <a:rPr lang="en-US" dirty="0"/>
              <a:t> (rows &amp; columns)</a:t>
            </a:r>
          </a:p>
          <a:p>
            <a:r>
              <a:rPr lang="en-US" dirty="0"/>
              <a:t>Schema is predefined</a:t>
            </a:r>
          </a:p>
          <a:p>
            <a:r>
              <a:rPr lang="en-US" dirty="0"/>
              <a:t>Easy to search and manage</a:t>
            </a:r>
          </a:p>
          <a:p>
            <a:pPr marL="0" indent="0">
              <a:buNone/>
            </a:pPr>
            <a:r>
              <a:rPr lang="en-US" dirty="0"/>
              <a:t>Example: MySQL, PostgreSQL, Oracle etc.</a:t>
            </a:r>
          </a:p>
          <a:p>
            <a:pPr marL="0" indent="0">
              <a:buNone/>
            </a:pPr>
            <a:r>
              <a:rPr lang="en-US" b="1" dirty="0"/>
              <a:t>2. Semi-Structured Database</a:t>
            </a:r>
          </a:p>
          <a:p>
            <a:r>
              <a:rPr lang="en-US" dirty="0"/>
              <a:t>Data has </a:t>
            </a:r>
            <a:r>
              <a:rPr lang="en-US" b="1" dirty="0"/>
              <a:t>some structure</a:t>
            </a:r>
            <a:r>
              <a:rPr lang="en-US" dirty="0"/>
              <a:t>, but not rigid</a:t>
            </a:r>
          </a:p>
          <a:p>
            <a:r>
              <a:rPr lang="en-US" dirty="0"/>
              <a:t>Uses tags or key-value pairs</a:t>
            </a:r>
          </a:p>
          <a:p>
            <a:r>
              <a:rPr lang="en-US" dirty="0"/>
              <a:t>Schema can change easily</a:t>
            </a:r>
          </a:p>
          <a:p>
            <a:pPr marL="0" indent="0">
              <a:buNone/>
            </a:pPr>
            <a:r>
              <a:rPr lang="en-US" dirty="0"/>
              <a:t>Example: JSON, XML etc.</a:t>
            </a:r>
          </a:p>
        </p:txBody>
      </p:sp>
    </p:spTree>
    <p:extLst>
      <p:ext uri="{BB962C8B-B14F-4D97-AF65-F5344CB8AC3E}">
        <p14:creationId xmlns:p14="http://schemas.microsoft.com/office/powerpoint/2010/main" val="95902711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003E7-1B36-7795-AE06-6D353BD65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3E003-092F-779C-04FF-8E996A9D0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Databases Based on Data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B62DBA-C181-C148-B526-CDD36F8D6A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3. Unstructured Database</a:t>
            </a:r>
          </a:p>
          <a:p>
            <a:r>
              <a:rPr lang="en-US" dirty="0"/>
              <a:t>Data has </a:t>
            </a:r>
            <a:r>
              <a:rPr lang="en-US" b="1" dirty="0"/>
              <a:t>no fixed structure</a:t>
            </a:r>
            <a:endParaRPr lang="en-US" dirty="0"/>
          </a:p>
          <a:p>
            <a:r>
              <a:rPr lang="en-US" dirty="0"/>
              <a:t>Stores raw data</a:t>
            </a:r>
          </a:p>
          <a:p>
            <a:pPr marL="0" indent="0">
              <a:buNone/>
            </a:pPr>
            <a:r>
              <a:rPr lang="en-US" dirty="0"/>
              <a:t>Text, image, video </a:t>
            </a:r>
            <a:r>
              <a:rPr lang="en-US" dirty="0" err="1"/>
              <a:t>etc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399303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6F064-6009-A467-B983-C8A9A8A7D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Structured Database ( MySQL)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BB58DE-CA66-F28D-94B3-F08EC4E9B7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q"/>
            </a:pPr>
            <a:r>
              <a:rPr lang="en-US" dirty="0"/>
              <a:t> well-defined format 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dirty="0"/>
              <a:t> tables with rows and columns</a:t>
            </a:r>
          </a:p>
          <a:p>
            <a:r>
              <a:rPr lang="en-US" b="1" dirty="0"/>
              <a:t>MySQL</a:t>
            </a:r>
            <a:r>
              <a:rPr lang="en-US" dirty="0"/>
              <a:t> is an </a:t>
            </a:r>
            <a:r>
              <a:rPr lang="en-US" b="1" dirty="0"/>
              <a:t>RDBMS (Relational Database Management System)</a:t>
            </a:r>
            <a:r>
              <a:rPr lang="en-US" dirty="0"/>
              <a:t>.</a:t>
            </a:r>
          </a:p>
          <a:p>
            <a:r>
              <a:rPr lang="en-US" dirty="0"/>
              <a:t>It uses </a:t>
            </a:r>
            <a:r>
              <a:rPr lang="en-US" b="1" dirty="0"/>
              <a:t>SQL (Structured Query Language)</a:t>
            </a:r>
            <a:r>
              <a:rPr lang="en-US" dirty="0"/>
              <a:t>.</a:t>
            </a:r>
          </a:p>
          <a:p>
            <a:r>
              <a:rPr lang="en-US" dirty="0"/>
              <a:t>Data is stored in </a:t>
            </a:r>
            <a:r>
              <a:rPr lang="en-US" b="1" dirty="0"/>
              <a:t>tables with a fixed schema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006242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016B3-57C1-B4C8-41F2-95AEA44400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73B36-99F8-4EDF-3730-5C8F9B1823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Structured Database ( MySQL)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C60A16-9F83-40C1-ED23-B2EAFE4E67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What is relation?</a:t>
            </a:r>
          </a:p>
          <a:p>
            <a:pPr marL="0" indent="0">
              <a:buNone/>
            </a:pPr>
            <a:r>
              <a:rPr lang="en-US" dirty="0"/>
              <a:t>A </a:t>
            </a:r>
            <a:r>
              <a:rPr lang="en-US" b="1" dirty="0"/>
              <a:t>relation</a:t>
            </a:r>
            <a:r>
              <a:rPr lang="en-US" dirty="0"/>
              <a:t> is simply a </a:t>
            </a:r>
            <a:r>
              <a:rPr lang="en-US" b="1" dirty="0"/>
              <a:t>table</a:t>
            </a:r>
            <a:r>
              <a:rPr lang="en-US" dirty="0"/>
              <a:t> that stores data.</a:t>
            </a:r>
          </a:p>
          <a:p>
            <a:pPr marL="0" indent="0">
              <a:buNone/>
            </a:pPr>
            <a:r>
              <a:rPr lang="en-US" dirty="0"/>
              <a:t>What is relationship?</a:t>
            </a:r>
          </a:p>
          <a:p>
            <a:pPr marL="0" indent="0">
              <a:buNone/>
            </a:pPr>
            <a:r>
              <a:rPr lang="en-US" dirty="0"/>
              <a:t>Connection between tables.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490121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C4F25D-9541-CE97-5810-5AE8C04538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66E99-A83C-86DD-FCBB-3B81601F32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Structured Database ( MySQL)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5BB1E1-8C4D-25A0-7CBA-A66D81F52B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Key Features of Relational Databases</a:t>
            </a:r>
          </a:p>
          <a:p>
            <a:r>
              <a:rPr lang="en-US" dirty="0"/>
              <a:t>Table-based structure</a:t>
            </a:r>
          </a:p>
          <a:p>
            <a:r>
              <a:rPr lang="en-US" dirty="0"/>
              <a:t>Fixed schema</a:t>
            </a:r>
          </a:p>
          <a:p>
            <a:r>
              <a:rPr lang="en-US" dirty="0"/>
              <a:t>Data integrity</a:t>
            </a:r>
          </a:p>
          <a:p>
            <a:r>
              <a:rPr lang="en-US" dirty="0"/>
              <a:t>ACID properties</a:t>
            </a:r>
          </a:p>
          <a:p>
            <a:r>
              <a:rPr lang="en-US" dirty="0"/>
              <a:t>Supports joins</a:t>
            </a:r>
          </a:p>
        </p:txBody>
      </p:sp>
    </p:spTree>
    <p:extLst>
      <p:ext uri="{BB962C8B-B14F-4D97-AF65-F5344CB8AC3E}">
        <p14:creationId xmlns:p14="http://schemas.microsoft.com/office/powerpoint/2010/main" val="388493614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839B25-F3BE-9457-DDB7-4702E8F90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ER-Diagram (Entity-Relationship Diagram)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9ABCFE-054C-72E2-FC25-8890D47FFA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marL="0" indent="0">
              <a:buNone/>
            </a:pPr>
            <a:r>
              <a:rPr lang="en-US" dirty="0"/>
              <a:t>An </a:t>
            </a:r>
            <a:r>
              <a:rPr lang="en-US" b="1" dirty="0"/>
              <a:t>ER Diagram</a:t>
            </a:r>
            <a:r>
              <a:rPr lang="en-US" dirty="0"/>
              <a:t> is a </a:t>
            </a:r>
            <a:r>
              <a:rPr lang="en-US" b="1" dirty="0"/>
              <a:t>visual representation of a database</a:t>
            </a:r>
            <a:r>
              <a:rPr lang="en-US" dirty="0"/>
              <a:t> that shows </a:t>
            </a:r>
            <a:r>
              <a:rPr lang="en-US" b="1" dirty="0"/>
              <a:t>entities</a:t>
            </a:r>
            <a:r>
              <a:rPr lang="en-US" dirty="0"/>
              <a:t>, their </a:t>
            </a:r>
            <a:r>
              <a:rPr lang="en-US" b="1" dirty="0"/>
              <a:t>attributes</a:t>
            </a:r>
            <a:r>
              <a:rPr lang="en-US" dirty="0"/>
              <a:t>, and the </a:t>
            </a:r>
            <a:r>
              <a:rPr lang="en-US" b="1" dirty="0"/>
              <a:t>relationships</a:t>
            </a:r>
            <a:r>
              <a:rPr lang="en-US" dirty="0"/>
              <a:t> between them.</a:t>
            </a:r>
          </a:p>
        </p:txBody>
      </p:sp>
    </p:spTree>
    <p:extLst>
      <p:ext uri="{BB962C8B-B14F-4D97-AF65-F5344CB8AC3E}">
        <p14:creationId xmlns:p14="http://schemas.microsoft.com/office/powerpoint/2010/main" val="322958020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DC7E2-A00E-04FF-E0BC-0429B3697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17F04-0991-A531-07B7-7E3767075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ER-Diagram (Continue)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953C88-1472-CB1C-0A23-AE88B0A3BB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 fontScale="70000" lnSpcReduction="20000"/>
          </a:bodyPr>
          <a:lstStyle/>
          <a:p>
            <a:pPr marL="0" indent="0">
              <a:buNone/>
            </a:pPr>
            <a:r>
              <a:rPr lang="en-US" b="1" dirty="0"/>
              <a:t>Main Components of an ER Diagram</a:t>
            </a:r>
          </a:p>
          <a:p>
            <a:pPr marL="0" indent="0">
              <a:buNone/>
            </a:pPr>
            <a:r>
              <a:rPr lang="en-US" b="1" dirty="0"/>
              <a:t>1. Entity</a:t>
            </a:r>
          </a:p>
          <a:p>
            <a:pPr marL="0" indent="0">
              <a:buNone/>
            </a:pPr>
            <a:r>
              <a:rPr lang="en-US" dirty="0"/>
              <a:t>An </a:t>
            </a:r>
            <a:r>
              <a:rPr lang="en-US" b="1" dirty="0"/>
              <a:t>entity</a:t>
            </a:r>
            <a:r>
              <a:rPr lang="en-US" dirty="0"/>
              <a:t> is a real-world </a:t>
            </a:r>
            <a:r>
              <a:rPr lang="en-US" dirty="0" err="1"/>
              <a:t>object.Represented</a:t>
            </a:r>
            <a:r>
              <a:rPr lang="en-US" dirty="0"/>
              <a:t> by a </a:t>
            </a:r>
            <a:r>
              <a:rPr lang="en-US" b="1" dirty="0"/>
              <a:t>rectangle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b="1" dirty="0"/>
              <a:t>Examples: </a:t>
            </a:r>
            <a:r>
              <a:rPr lang="en-US" dirty="0"/>
              <a:t>Student, Teacher, Course</a:t>
            </a:r>
            <a:br>
              <a:rPr lang="en-US" dirty="0"/>
            </a:br>
            <a:endParaRPr lang="en-US" dirty="0"/>
          </a:p>
          <a:p>
            <a:pPr marL="0" indent="0">
              <a:buNone/>
            </a:pPr>
            <a:r>
              <a:rPr lang="en-US" b="1" dirty="0"/>
              <a:t>2. Attribute</a:t>
            </a:r>
          </a:p>
          <a:p>
            <a:pPr marL="0" indent="0">
              <a:buNone/>
            </a:pPr>
            <a:r>
              <a:rPr lang="en-US" dirty="0"/>
              <a:t>An </a:t>
            </a:r>
            <a:r>
              <a:rPr lang="en-US" b="1" dirty="0"/>
              <a:t>attribute</a:t>
            </a:r>
            <a:r>
              <a:rPr lang="en-US" dirty="0"/>
              <a:t> describes an </a:t>
            </a:r>
            <a:r>
              <a:rPr lang="en-US" dirty="0" err="1"/>
              <a:t>entity.Represented</a:t>
            </a:r>
            <a:r>
              <a:rPr lang="en-US" dirty="0"/>
              <a:t> by an </a:t>
            </a:r>
            <a:r>
              <a:rPr lang="en-US" b="1" dirty="0"/>
              <a:t>oval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b="1" dirty="0"/>
              <a:t>Types of Attributes:</a:t>
            </a:r>
            <a:endParaRPr lang="en-US" dirty="0"/>
          </a:p>
          <a:p>
            <a:pPr marL="0" indent="0">
              <a:buNone/>
            </a:pPr>
            <a:r>
              <a:rPr lang="en-US" b="1" dirty="0"/>
              <a:t>Simple:</a:t>
            </a:r>
            <a:r>
              <a:rPr lang="en-US" dirty="0"/>
              <a:t> name, age</a:t>
            </a:r>
          </a:p>
          <a:p>
            <a:pPr marL="0" indent="0">
              <a:buNone/>
            </a:pPr>
            <a:r>
              <a:rPr lang="en-US" b="1" dirty="0"/>
              <a:t>Composite:</a:t>
            </a:r>
            <a:r>
              <a:rPr lang="en-US" dirty="0"/>
              <a:t> </a:t>
            </a:r>
            <a:r>
              <a:rPr lang="en-US" dirty="0" err="1"/>
              <a:t>full_name</a:t>
            </a:r>
            <a:r>
              <a:rPr lang="en-US" dirty="0"/>
              <a:t> (first + last)</a:t>
            </a:r>
          </a:p>
          <a:p>
            <a:pPr marL="0" indent="0">
              <a:buNone/>
            </a:pPr>
            <a:r>
              <a:rPr lang="en-US" b="1" dirty="0"/>
              <a:t>Primary key:</a:t>
            </a:r>
            <a:r>
              <a:rPr lang="en-US" dirty="0"/>
              <a:t> </a:t>
            </a:r>
            <a:r>
              <a:rPr lang="en-US" u="sng" dirty="0" err="1"/>
              <a:t>student_id</a:t>
            </a:r>
            <a:r>
              <a:rPr lang="en-US" u="sng" dirty="0"/>
              <a:t> </a:t>
            </a:r>
            <a:r>
              <a:rPr lang="en-US" dirty="0"/>
              <a:t>(underlined)</a:t>
            </a:r>
          </a:p>
          <a:p>
            <a:pPr marL="0" indent="0">
              <a:buNone/>
            </a:pPr>
            <a:r>
              <a:rPr lang="en-US" b="1" dirty="0"/>
              <a:t>Multivalued:</a:t>
            </a:r>
            <a:r>
              <a:rPr lang="en-US" dirty="0"/>
              <a:t> phone numbers</a:t>
            </a:r>
          </a:p>
          <a:p>
            <a:pPr marL="0" indent="0">
              <a:buNone/>
            </a:pPr>
            <a:r>
              <a:rPr lang="en-US" b="1" dirty="0"/>
              <a:t>Derived:</a:t>
            </a:r>
            <a:r>
              <a:rPr lang="en-US" dirty="0"/>
              <a:t> age (from </a:t>
            </a:r>
            <a:r>
              <a:rPr lang="en-US" dirty="0" err="1"/>
              <a:t>date_of_birth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4574900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36F680-FCFB-1272-EAC5-188A3F11F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A3977-8304-F4D1-4797-C52BA8DE74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ER-Diagram (Continue)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738478-09DC-0039-258D-2EC6460732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b="1" dirty="0"/>
              <a:t>3. Relationship</a:t>
            </a:r>
          </a:p>
          <a:p>
            <a:pPr marL="0" indent="0">
              <a:buNone/>
            </a:pPr>
            <a:r>
              <a:rPr lang="en-US" dirty="0"/>
              <a:t>Shows how entities are </a:t>
            </a:r>
            <a:r>
              <a:rPr lang="en-US" dirty="0" err="1"/>
              <a:t>connected.Represented</a:t>
            </a:r>
            <a:r>
              <a:rPr lang="en-US" dirty="0"/>
              <a:t> by a </a:t>
            </a:r>
            <a:r>
              <a:rPr lang="en-US" b="1" dirty="0"/>
              <a:t>diamond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b="1" dirty="0"/>
              <a:t>Examples: </a:t>
            </a:r>
            <a:r>
              <a:rPr lang="en-US" dirty="0"/>
              <a:t>Student </a:t>
            </a:r>
            <a:r>
              <a:rPr lang="en-US" b="1" dirty="0"/>
              <a:t>enrolls in</a:t>
            </a:r>
            <a:r>
              <a:rPr lang="en-US" dirty="0"/>
              <a:t> Course</a:t>
            </a:r>
          </a:p>
          <a:p>
            <a:pPr marL="0" indent="0">
              <a:buNone/>
            </a:pPr>
            <a:r>
              <a:rPr lang="en-US" altLang="en-US" b="1" dirty="0">
                <a:latin typeface="Arial" panose="020B0604020202020204" pitchFamily="34" charset="0"/>
              </a:rPr>
              <a:t>Types of Relationships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C2A510E-1A3C-B2DB-5A6C-713AB6CC72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5989400"/>
              </p:ext>
            </p:extLst>
          </p:nvPr>
        </p:nvGraphicFramePr>
        <p:xfrm>
          <a:off x="838200" y="4043748"/>
          <a:ext cx="10515600" cy="2268152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1835221491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45667496"/>
                    </a:ext>
                  </a:extLst>
                </a:gridCol>
              </a:tblGrid>
              <a:tr h="5670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Meaning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3303002"/>
                  </a:ext>
                </a:extLst>
              </a:tr>
              <a:tr h="5670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One-to-One (1:1)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One entity relates to one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4068270"/>
                  </a:ext>
                </a:extLst>
              </a:tr>
              <a:tr h="5670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One-to-Many (1:N)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One relates to many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3636382"/>
                  </a:ext>
                </a:extLst>
              </a:tr>
              <a:tr h="5670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Many-to-Many (M:N)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Many relate to many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01901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2472429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E655F0-E163-94CE-AB4C-9E9D7E66D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1A943A-F49E-70AC-9485-18BC60645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ER-Diagram (Continue)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2DE54F-CE98-BAA5-E18D-B68BE505E6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b="1" dirty="0"/>
              <a:t>Purpose of ER Diagram</a:t>
            </a:r>
          </a:p>
          <a:p>
            <a:r>
              <a:rPr lang="en-US" dirty="0"/>
              <a:t>Helps design database structure</a:t>
            </a:r>
          </a:p>
          <a:p>
            <a:r>
              <a:rPr lang="en-US" dirty="0"/>
              <a:t>Reduces errors before implementation</a:t>
            </a:r>
          </a:p>
          <a:p>
            <a:r>
              <a:rPr lang="en-US" dirty="0"/>
              <a:t>Makes database easy to understand</a:t>
            </a:r>
          </a:p>
          <a:p>
            <a:r>
              <a:rPr lang="en-US" dirty="0"/>
              <a:t>Used before creating tables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837559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EEB052-0913-F62D-AC6D-3515747C5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846292-5109-FFA0-53D8-2CA9C670C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Connecting to MySQL using </a:t>
            </a:r>
            <a:r>
              <a:rPr lang="en-US" dirty="0" err="1"/>
              <a:t>MySQLi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9C2654-72BF-B476-9CB6-BC4DD6996E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Using </a:t>
            </a:r>
            <a:r>
              <a:rPr lang="en-US" b="1" dirty="0" err="1"/>
              <a:t>MySQLi</a:t>
            </a:r>
            <a:endParaRPr lang="en-US" b="1" dirty="0"/>
          </a:p>
          <a:p>
            <a:pPr marL="0" indent="0">
              <a:buNone/>
            </a:pPr>
            <a:r>
              <a:rPr lang="en-US" dirty="0"/>
              <a:t>Supports </a:t>
            </a:r>
            <a:r>
              <a:rPr lang="en-US" b="1" dirty="0"/>
              <a:t>procedural</a:t>
            </a:r>
            <a:r>
              <a:rPr lang="en-US" dirty="0"/>
              <a:t> and </a:t>
            </a:r>
            <a:r>
              <a:rPr lang="en-US" b="1" dirty="0"/>
              <a:t>object-oriented</a:t>
            </a:r>
            <a:r>
              <a:rPr lang="en-US" dirty="0"/>
              <a:t> styles.</a:t>
            </a:r>
          </a:p>
          <a:p>
            <a:pPr marL="0" indent="0">
              <a:buNone/>
            </a:pPr>
            <a:r>
              <a:rPr lang="en-US" dirty="0"/>
              <a:t>Example (Procedural):</a:t>
            </a:r>
          </a:p>
          <a:p>
            <a:pPr marL="0" indent="0">
              <a:buNone/>
            </a:pPr>
            <a:r>
              <a:rPr lang="en-US" dirty="0"/>
              <a:t>$conn = </a:t>
            </a:r>
            <a:r>
              <a:rPr lang="en-US" dirty="0" err="1"/>
              <a:t>mysqli_connect</a:t>
            </a:r>
            <a:r>
              <a:rPr lang="en-US" dirty="0"/>
              <a:t>("localhost", "username", "password", "database");</a:t>
            </a:r>
          </a:p>
          <a:p>
            <a:pPr marL="0" indent="0">
              <a:buNone/>
            </a:pPr>
            <a:r>
              <a:rPr lang="en-US" dirty="0"/>
              <a:t>if (!$conn) </a:t>
            </a:r>
          </a:p>
          <a:p>
            <a:pPr marL="0" indent="0">
              <a:buNone/>
            </a:pPr>
            <a:r>
              <a:rPr lang="en-US" dirty="0"/>
              <a:t>{</a:t>
            </a:r>
          </a:p>
          <a:p>
            <a:pPr marL="0" indent="0">
              <a:buNone/>
            </a:pPr>
            <a:r>
              <a:rPr lang="en-US" dirty="0"/>
              <a:t>    die("Connection failed: " . </a:t>
            </a:r>
            <a:r>
              <a:rPr lang="en-US" dirty="0" err="1"/>
              <a:t>mysqli_connect_error</a:t>
            </a:r>
            <a:r>
              <a:rPr lang="en-US" dirty="0"/>
              <a:t>());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r>
              <a:rPr lang="en-US" dirty="0"/>
              <a:t>echo "Connected successfully";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051241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619AE3-25A7-A39B-7FB0-C9AC835B6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2059F-BB42-2079-DA5B-63AB7C175E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Connecting to MySQL using </a:t>
            </a:r>
            <a:r>
              <a:rPr lang="en-US" dirty="0" err="1"/>
              <a:t>MySQLi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9312DD-FC39-E347-4608-067F8912B9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Example (Object-Oriented):</a:t>
            </a:r>
          </a:p>
          <a:p>
            <a:pPr marL="0" indent="0">
              <a:buNone/>
            </a:pPr>
            <a:r>
              <a:rPr lang="en-US" dirty="0"/>
              <a:t>$conn = new </a:t>
            </a:r>
            <a:r>
              <a:rPr lang="en-US" dirty="0" err="1"/>
              <a:t>mysqli</a:t>
            </a:r>
            <a:r>
              <a:rPr lang="en-US" dirty="0"/>
              <a:t>("localhost", "username", "password", "database");</a:t>
            </a:r>
          </a:p>
          <a:p>
            <a:pPr marL="0" indent="0">
              <a:buNone/>
            </a:pPr>
            <a:r>
              <a:rPr lang="en-US" dirty="0"/>
              <a:t>if ($conn-&gt;</a:t>
            </a:r>
            <a:r>
              <a:rPr lang="en-US" dirty="0" err="1"/>
              <a:t>connect_error</a:t>
            </a:r>
            <a:r>
              <a:rPr lang="en-US" dirty="0"/>
              <a:t>) {</a:t>
            </a:r>
          </a:p>
          <a:p>
            <a:pPr marL="0" indent="0">
              <a:buNone/>
            </a:pPr>
            <a:r>
              <a:rPr lang="en-US" dirty="0"/>
              <a:t>    die("Connection failed: " . $conn-&gt;</a:t>
            </a:r>
            <a:r>
              <a:rPr lang="en-US" dirty="0" err="1"/>
              <a:t>connect_error</a:t>
            </a:r>
            <a:r>
              <a:rPr lang="en-US" dirty="0"/>
              <a:t>);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r>
              <a:rPr lang="en-US" dirty="0"/>
              <a:t>echo "Connected successfully";</a:t>
            </a:r>
          </a:p>
        </p:txBody>
      </p:sp>
    </p:spTree>
    <p:extLst>
      <p:ext uri="{BB962C8B-B14F-4D97-AF65-F5344CB8AC3E}">
        <p14:creationId xmlns:p14="http://schemas.microsoft.com/office/powerpoint/2010/main" val="117768896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B95658-AF88-E592-4664-064654A63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633A3E-B062-872B-FBE6-BBACED42E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CRUD Operations (Create, Read, Update, Delete)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A9B28A-A5C7-F5D7-C067-B1075F5B84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CRUD</a:t>
            </a:r>
            <a:r>
              <a:rPr lang="en-US" dirty="0"/>
              <a:t> refers to the </a:t>
            </a:r>
            <a:r>
              <a:rPr lang="en-US" b="1" dirty="0"/>
              <a:t>basic operations</a:t>
            </a:r>
            <a:r>
              <a:rPr lang="en-US" dirty="0"/>
              <a:t> you can perform on a database:</a:t>
            </a:r>
          </a:p>
          <a:p>
            <a:r>
              <a:rPr lang="en-US" b="1" dirty="0"/>
              <a:t>C</a:t>
            </a:r>
            <a:r>
              <a:rPr lang="en-US" dirty="0"/>
              <a:t> – Create</a:t>
            </a:r>
          </a:p>
          <a:p>
            <a:r>
              <a:rPr lang="en-US" b="1" dirty="0"/>
              <a:t>R</a:t>
            </a:r>
            <a:r>
              <a:rPr lang="en-US" dirty="0"/>
              <a:t> – Read</a:t>
            </a:r>
          </a:p>
          <a:p>
            <a:r>
              <a:rPr lang="en-US" b="1" dirty="0"/>
              <a:t>U</a:t>
            </a:r>
            <a:r>
              <a:rPr lang="en-US" dirty="0"/>
              <a:t> – Update</a:t>
            </a:r>
          </a:p>
          <a:p>
            <a:r>
              <a:rPr lang="en-US" b="1" dirty="0"/>
              <a:t>D</a:t>
            </a:r>
            <a:r>
              <a:rPr lang="en-US" dirty="0"/>
              <a:t> – Delete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52215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B025490-E275-D7D7-E92A-CC82A21DF0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BF96D-FB6B-F93E-EDFA-C93D4D076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CRUD Operations (Create, Read, Update, Delete)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6EA858-6698-10F4-63D4-65F7F03523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1. Create (Insert Data)</a:t>
            </a:r>
          </a:p>
          <a:p>
            <a:pPr marL="0" indent="0">
              <a:buNone/>
            </a:pPr>
            <a:r>
              <a:rPr lang="en-US" dirty="0"/>
              <a:t>$</a:t>
            </a:r>
            <a:r>
              <a:rPr lang="en-US" dirty="0" err="1"/>
              <a:t>sql</a:t>
            </a:r>
            <a:r>
              <a:rPr lang="en-US" dirty="0"/>
              <a:t> = "INSERT INTO users (name, email) VALUES ('Mahadi', 'mahadi@example.com')";</a:t>
            </a:r>
          </a:p>
          <a:p>
            <a:pPr marL="0" indent="0">
              <a:buNone/>
            </a:pPr>
            <a:r>
              <a:rPr lang="en-US" dirty="0"/>
              <a:t>$conn-&gt;query($</a:t>
            </a:r>
            <a:r>
              <a:rPr lang="en-US" dirty="0" err="1"/>
              <a:t>sql</a:t>
            </a:r>
            <a:r>
              <a:rPr lang="en-US" dirty="0"/>
              <a:t>);</a:t>
            </a:r>
          </a:p>
          <a:p>
            <a:pPr marL="0" indent="0">
              <a:buNone/>
            </a:pPr>
            <a:r>
              <a:rPr lang="en-US" b="1" dirty="0"/>
              <a:t>2. Read (Retrieve Data)</a:t>
            </a:r>
          </a:p>
          <a:p>
            <a:pPr marL="0" indent="0">
              <a:buNone/>
            </a:pPr>
            <a:r>
              <a:rPr lang="en-US" dirty="0"/>
              <a:t>$</a:t>
            </a:r>
            <a:r>
              <a:rPr lang="en-US" dirty="0" err="1"/>
              <a:t>sql</a:t>
            </a:r>
            <a:r>
              <a:rPr lang="en-US" dirty="0"/>
              <a:t> = "SELECT * FROM users";</a:t>
            </a:r>
          </a:p>
          <a:p>
            <a:pPr marL="0" indent="0">
              <a:buNone/>
            </a:pPr>
            <a:r>
              <a:rPr lang="en-US" dirty="0"/>
              <a:t>$result = $conn-&gt;query($</a:t>
            </a:r>
            <a:r>
              <a:rPr lang="en-US" dirty="0" err="1"/>
              <a:t>sql</a:t>
            </a:r>
            <a:r>
              <a:rPr lang="en-US" dirty="0"/>
              <a:t>);</a:t>
            </a:r>
          </a:p>
          <a:p>
            <a:pPr marL="0" indent="0">
              <a:buNone/>
            </a:pPr>
            <a:r>
              <a:rPr lang="en-US" dirty="0"/>
              <a:t>while($row = $result-&gt;</a:t>
            </a:r>
            <a:r>
              <a:rPr lang="en-US" dirty="0" err="1"/>
              <a:t>fetch_assoc</a:t>
            </a:r>
            <a:r>
              <a:rPr lang="en-US" dirty="0"/>
              <a:t>()){</a:t>
            </a:r>
          </a:p>
          <a:p>
            <a:pPr marL="0" indent="0">
              <a:buNone/>
            </a:pPr>
            <a:r>
              <a:rPr lang="en-US" dirty="0"/>
              <a:t>    echo $row['name'] . "&lt;</a:t>
            </a:r>
            <a:r>
              <a:rPr lang="en-US" dirty="0" err="1"/>
              <a:t>br</a:t>
            </a:r>
            <a:r>
              <a:rPr lang="en-US" dirty="0"/>
              <a:t>&gt;";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16401029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57D500-A33F-7F6C-EC64-A37FF36C5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41DD1C-0A44-3F33-0932-0B29F5778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CRUD Operations (Create, Read, Update, Delete)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648F73-224F-5D8E-E010-5F5CDA12A7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3. Update (Modify Data)</a:t>
            </a:r>
          </a:p>
          <a:p>
            <a:pPr marL="0" indent="0">
              <a:buNone/>
            </a:pPr>
            <a:r>
              <a:rPr lang="en-US" dirty="0"/>
              <a:t>$</a:t>
            </a:r>
            <a:r>
              <a:rPr lang="en-US" dirty="0" err="1"/>
              <a:t>sql</a:t>
            </a:r>
            <a:r>
              <a:rPr lang="en-US" dirty="0"/>
              <a:t> = "UPDATE users SET email='newemail@example.com' WHERE name='Mahadi'";</a:t>
            </a:r>
          </a:p>
          <a:p>
            <a:pPr marL="0" indent="0">
              <a:buNone/>
            </a:pPr>
            <a:r>
              <a:rPr lang="en-US" dirty="0"/>
              <a:t>$conn-&gt;query($</a:t>
            </a:r>
            <a:r>
              <a:rPr lang="en-US" dirty="0" err="1"/>
              <a:t>sql</a:t>
            </a:r>
            <a:r>
              <a:rPr lang="en-US" dirty="0"/>
              <a:t>);</a:t>
            </a:r>
          </a:p>
          <a:p>
            <a:pPr marL="0" indent="0">
              <a:buNone/>
            </a:pPr>
            <a:r>
              <a:rPr lang="en-US" b="1" dirty="0"/>
              <a:t>4. Delete (Remove Data)</a:t>
            </a:r>
          </a:p>
          <a:p>
            <a:pPr marL="0" indent="0">
              <a:buNone/>
            </a:pPr>
            <a:r>
              <a:rPr lang="en-US" dirty="0"/>
              <a:t>$</a:t>
            </a:r>
            <a:r>
              <a:rPr lang="en-US" dirty="0" err="1"/>
              <a:t>sql</a:t>
            </a:r>
            <a:r>
              <a:rPr lang="en-US" dirty="0"/>
              <a:t> = "DELETE FROM users WHERE name='Mahadi'";</a:t>
            </a:r>
          </a:p>
          <a:p>
            <a:pPr marL="0" indent="0">
              <a:buNone/>
            </a:pPr>
            <a:r>
              <a:rPr lang="en-US" dirty="0"/>
              <a:t>$conn-&gt;query($</a:t>
            </a:r>
            <a:r>
              <a:rPr lang="en-US" dirty="0" err="1"/>
              <a:t>sql</a:t>
            </a:r>
            <a:r>
              <a:rPr lang="en-US" dirty="0"/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122507584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2568BC-CB00-3BCD-6BB0-203692648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79C0C-3523-4329-002B-F074D9AEF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Prepared Statements and SQL Injection Prevention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6F4A1B-9DC4-55CF-079C-7B40050913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SQL Injection</a:t>
            </a:r>
          </a:p>
          <a:p>
            <a:pPr marL="0" indent="0">
              <a:buNone/>
            </a:pPr>
            <a:r>
              <a:rPr lang="en-US" dirty="0"/>
              <a:t>Malicious SQL inserted via user input.</a:t>
            </a:r>
          </a:p>
          <a:p>
            <a:pPr marL="0" indent="0">
              <a:buNone/>
            </a:pPr>
            <a:r>
              <a:rPr lang="en-US" dirty="0"/>
              <a:t>Can expose, modify, or delete data.</a:t>
            </a:r>
          </a:p>
          <a:p>
            <a:pPr marL="0" indent="0">
              <a:buNone/>
            </a:pPr>
            <a:r>
              <a:rPr lang="en-US" b="1" dirty="0"/>
              <a:t>Prepared Statements</a:t>
            </a:r>
          </a:p>
          <a:p>
            <a:pPr marL="0" indent="0">
              <a:buNone/>
            </a:pPr>
            <a:r>
              <a:rPr lang="en-US" dirty="0"/>
              <a:t>Separate </a:t>
            </a:r>
            <a:r>
              <a:rPr lang="en-US" b="1" dirty="0"/>
              <a:t>SQL code</a:t>
            </a:r>
            <a:r>
              <a:rPr lang="en-US" dirty="0"/>
              <a:t> from </a:t>
            </a:r>
            <a:r>
              <a:rPr lang="en-US" b="1" dirty="0"/>
              <a:t>user data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User input is </a:t>
            </a:r>
            <a:r>
              <a:rPr lang="en-US" b="1" dirty="0"/>
              <a:t>bound safely</a:t>
            </a:r>
            <a:r>
              <a:rPr lang="en-US" dirty="0"/>
              <a:t>, preventing execution as SQL.</a:t>
            </a:r>
          </a:p>
          <a:p>
            <a:pPr marL="0" indent="0">
              <a:buNone/>
            </a:pPr>
            <a:r>
              <a:rPr lang="en-US" b="1" dirty="0"/>
              <a:t>Example (PDO):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$</a:t>
            </a:r>
            <a:r>
              <a:rPr lang="en-US" dirty="0" err="1"/>
              <a:t>stmt</a:t>
            </a:r>
            <a:r>
              <a:rPr lang="en-US" dirty="0"/>
              <a:t> = $conn-&gt;prepare("SELECT * FROM users WHERE email=?");</a:t>
            </a:r>
          </a:p>
          <a:p>
            <a:pPr marL="0" indent="0">
              <a:buNone/>
            </a:pPr>
            <a:r>
              <a:rPr lang="en-US" dirty="0"/>
              <a:t>$</a:t>
            </a:r>
            <a:r>
              <a:rPr lang="en-US" dirty="0" err="1"/>
              <a:t>stmt</a:t>
            </a:r>
            <a:r>
              <a:rPr lang="en-US" dirty="0"/>
              <a:t>-&gt;execute([$email]);</a:t>
            </a:r>
          </a:p>
        </p:txBody>
      </p:sp>
    </p:spTree>
    <p:extLst>
      <p:ext uri="{BB962C8B-B14F-4D97-AF65-F5344CB8AC3E}">
        <p14:creationId xmlns:p14="http://schemas.microsoft.com/office/powerpoint/2010/main" val="396228195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3B9797-FAE7-9053-E69C-3463248E8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463F59-DF2D-9BAD-8D80-F5C5D4601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Database Transactions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422674-105C-2C19-1C42-6C82C6701A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Definition:</a:t>
            </a:r>
            <a:br>
              <a:rPr lang="en-US" dirty="0"/>
            </a:br>
            <a:r>
              <a:rPr lang="en-US" dirty="0"/>
              <a:t>A </a:t>
            </a:r>
            <a:r>
              <a:rPr lang="en-US" b="1" dirty="0"/>
              <a:t>database transaction</a:t>
            </a:r>
            <a:r>
              <a:rPr lang="en-US" dirty="0"/>
              <a:t> is a set of SQL operations executed as a </a:t>
            </a:r>
            <a:r>
              <a:rPr lang="en-US" b="1" dirty="0"/>
              <a:t>single unit</a:t>
            </a:r>
            <a:r>
              <a:rPr lang="en-US" dirty="0"/>
              <a:t>. Either </a:t>
            </a:r>
            <a:r>
              <a:rPr lang="en-US" b="1" dirty="0"/>
              <a:t>all succeed or all fail</a:t>
            </a:r>
            <a:r>
              <a:rPr lang="en-US" dirty="0"/>
              <a:t>, ensuring data integrity.</a:t>
            </a:r>
          </a:p>
          <a:p>
            <a:r>
              <a:rPr lang="en-US" b="1" dirty="0"/>
              <a:t>Key Concepts</a:t>
            </a:r>
          </a:p>
          <a:p>
            <a:r>
              <a:rPr lang="en-US" b="1" dirty="0"/>
              <a:t>BEGIN / START TRANSACTION</a:t>
            </a:r>
            <a:r>
              <a:rPr lang="en-US" dirty="0"/>
              <a:t> – Start a transaction.</a:t>
            </a:r>
          </a:p>
          <a:p>
            <a:r>
              <a:rPr lang="en-US" b="1" dirty="0"/>
              <a:t>COMMIT</a:t>
            </a:r>
            <a:r>
              <a:rPr lang="en-US" dirty="0"/>
              <a:t> – Save all changes permanently.</a:t>
            </a:r>
          </a:p>
          <a:p>
            <a:r>
              <a:rPr lang="en-US" b="1" dirty="0"/>
              <a:t>ROLLBACK</a:t>
            </a:r>
            <a:r>
              <a:rPr lang="en-US" dirty="0"/>
              <a:t> – Undo changes if an error occurs.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778898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CAA6F0-F82E-CBA5-8625-A3F613D26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7B02B-B172-51F3-E16F-D540076FE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Database Transactions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93EF6D-FBD4-5C6A-0B44-3E84EC5DC2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b="1" dirty="0"/>
              <a:t>try {</a:t>
            </a:r>
          </a:p>
          <a:p>
            <a:pPr marL="0" indent="0">
              <a:buNone/>
            </a:pPr>
            <a:r>
              <a:rPr lang="en-US" b="1" dirty="0"/>
              <a:t>    $conn-&gt;</a:t>
            </a:r>
            <a:r>
              <a:rPr lang="en-US" b="1" dirty="0" err="1"/>
              <a:t>beginTransaction</a:t>
            </a:r>
            <a:r>
              <a:rPr lang="en-US" b="1" dirty="0"/>
              <a:t>();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    $conn-&gt;exec("INSERT INTO accounts (name, balance) VALUES ('Alice', 1000)");</a:t>
            </a:r>
          </a:p>
          <a:p>
            <a:pPr marL="0" indent="0">
              <a:buNone/>
            </a:pPr>
            <a:r>
              <a:rPr lang="en-US" b="1" dirty="0"/>
              <a:t>    $conn-&gt;exec("INSERT INTO accounts (name, balance) VALUES ('Bob', 500)");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    $conn-&gt;commit(); // All changes saved</a:t>
            </a:r>
          </a:p>
          <a:p>
            <a:pPr marL="0" indent="0">
              <a:buNone/>
            </a:pPr>
            <a:r>
              <a:rPr lang="en-US" b="1" dirty="0"/>
              <a:t>} catch (Exception $e) {</a:t>
            </a:r>
          </a:p>
          <a:p>
            <a:pPr marL="0" indent="0">
              <a:buNone/>
            </a:pPr>
            <a:r>
              <a:rPr lang="en-US" b="1" dirty="0"/>
              <a:t>    $conn-&gt;rollback(); // Undo all changes</a:t>
            </a:r>
          </a:p>
          <a:p>
            <a:pPr marL="0" indent="0">
              <a:buNone/>
            </a:pPr>
            <a:r>
              <a:rPr lang="en-US" b="1" dirty="0"/>
              <a:t>    echo "Transaction failed: " . $e-&gt;</a:t>
            </a:r>
            <a:r>
              <a:rPr lang="en-US" b="1" dirty="0" err="1"/>
              <a:t>getMessage</a:t>
            </a:r>
            <a:r>
              <a:rPr lang="en-US" b="1" dirty="0"/>
              <a:t>();</a:t>
            </a:r>
          </a:p>
          <a:p>
            <a:pPr marL="0" indent="0">
              <a:buNone/>
            </a:pPr>
            <a:r>
              <a:rPr lang="en-US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2369561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22B848-5483-1AA3-73B9-81A3E8103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D81BA-37BB-1EBE-00AC-A25C2FF34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Advanced PHP Features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E75114-2A09-1BA3-3538-CA73D71C82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Sessions and Cookies</a:t>
            </a:r>
          </a:p>
          <a:p>
            <a:r>
              <a:rPr lang="en-US" dirty="0"/>
              <a:t>Authentication and Authorization</a:t>
            </a:r>
          </a:p>
          <a:p>
            <a:r>
              <a:rPr lang="en-US" dirty="0"/>
              <a:t>File Uploads and Validation</a:t>
            </a:r>
          </a:p>
          <a:p>
            <a:r>
              <a:rPr lang="en-US" dirty="0"/>
              <a:t>Working with APIs (RESTful APIs, JSON, XML)</a:t>
            </a:r>
          </a:p>
          <a:p>
            <a:r>
              <a:rPr lang="en-US" dirty="0" err="1"/>
              <a:t>cURL</a:t>
            </a:r>
            <a:r>
              <a:rPr lang="en-US" dirty="0"/>
              <a:t> for HTTP Requests</a:t>
            </a:r>
          </a:p>
          <a:p>
            <a:r>
              <a:rPr lang="en-US" dirty="0"/>
              <a:t>PHP Streams and File System Functions</a:t>
            </a:r>
          </a:p>
        </p:txBody>
      </p:sp>
    </p:spTree>
    <p:extLst>
      <p:ext uri="{BB962C8B-B14F-4D97-AF65-F5344CB8AC3E}">
        <p14:creationId xmlns:p14="http://schemas.microsoft.com/office/powerpoint/2010/main" val="280274025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299C3F-DF7E-E146-D928-B59662993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A2E8C-675F-6FFD-8361-44A8ED9C30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PHP Frameworks and Libraries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5D66FC-8818-FA15-F8CC-5903A76D66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Introduction to Popular Frameworks (Laravel, Symfony, CodeIgniter)</a:t>
            </a:r>
          </a:p>
          <a:p>
            <a:r>
              <a:rPr lang="en-US" dirty="0"/>
              <a:t>MVC Architecture</a:t>
            </a:r>
          </a:p>
          <a:p>
            <a:r>
              <a:rPr lang="en-US" dirty="0"/>
              <a:t>Composer for Dependency Management</a:t>
            </a:r>
          </a:p>
          <a:p>
            <a:r>
              <a:rPr lang="en-US" dirty="0"/>
              <a:t>Using Libraries (e.g., Guzzle, </a:t>
            </a:r>
            <a:r>
              <a:rPr lang="en-US" dirty="0" err="1"/>
              <a:t>PHPMailer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78542544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E07362-9292-3E4A-48E3-EFCC0DF77A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7C162-A175-7B5C-70B2-D8ED989A0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Web Development with PHP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672F31-12EE-8548-FBE4-ACA3010D67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Form Handling and Validation</a:t>
            </a:r>
          </a:p>
          <a:p>
            <a:r>
              <a:rPr lang="en-US" dirty="0"/>
              <a:t>Working with HTML, CSS, and JavaScript</a:t>
            </a:r>
          </a:p>
          <a:p>
            <a:r>
              <a:rPr lang="en-US" dirty="0"/>
              <a:t>AJAX and PHP Integration</a:t>
            </a:r>
          </a:p>
          <a:p>
            <a:r>
              <a:rPr lang="en-US" dirty="0"/>
              <a:t>Building Dynamic Web Pages</a:t>
            </a:r>
          </a:p>
          <a:p>
            <a:r>
              <a:rPr lang="en-US" dirty="0"/>
              <a:t>Template Engines (e.g., Blade, Twig)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810410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90DA7F0-12A9-A82C-E583-29532D11C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2BBEAB-0373-3866-E4CB-1AC066629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Security in PHP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D9F607-A44B-ABE4-A612-0E1432E34B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Input Validation and Sanitization</a:t>
            </a:r>
          </a:p>
          <a:p>
            <a:r>
              <a:rPr lang="en-US" dirty="0"/>
              <a:t>Cross-Site Scripting (XSS) Prevention</a:t>
            </a:r>
          </a:p>
          <a:p>
            <a:r>
              <a:rPr lang="en-US" dirty="0"/>
              <a:t>Cross-Site Request Forgery (CSRF) Protection</a:t>
            </a:r>
          </a:p>
          <a:p>
            <a:r>
              <a:rPr lang="en-US" dirty="0"/>
              <a:t>Password Hashing and Encryption</a:t>
            </a:r>
          </a:p>
          <a:p>
            <a:r>
              <a:rPr lang="en-US" dirty="0"/>
              <a:t>Secure Session Management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670096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FB1AE2-D0C4-8EAC-62F9-4DFA13191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8F4C07-CE71-CD75-4BB1-EF94AAC6D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API Development and Consumption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623C7D-9C9B-6BC0-1F8D-4DBF158DB7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4358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2198</TotalTime>
  <Words>2695</Words>
  <Application>Microsoft Office PowerPoint</Application>
  <PresentationFormat>Widescreen</PresentationFormat>
  <Paragraphs>445</Paragraphs>
  <Slides>59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4" baseType="lpstr">
      <vt:lpstr>Aptos</vt:lpstr>
      <vt:lpstr>Aptos Display</vt:lpstr>
      <vt:lpstr>Arial</vt:lpstr>
      <vt:lpstr>Wingdings</vt:lpstr>
      <vt:lpstr>Office Theme</vt:lpstr>
      <vt:lpstr>PHP Basics</vt:lpstr>
      <vt:lpstr>What is PHP ?</vt:lpstr>
      <vt:lpstr>Why will we learn PHP in Web Development ?</vt:lpstr>
      <vt:lpstr>Key Feature</vt:lpstr>
      <vt:lpstr>PowerPoint Presentation</vt:lpstr>
      <vt:lpstr>Variables</vt:lpstr>
      <vt:lpstr>Constant</vt:lpstr>
      <vt:lpstr>Data Types</vt:lpstr>
      <vt:lpstr>Operators</vt:lpstr>
      <vt:lpstr>Operators</vt:lpstr>
      <vt:lpstr>Operator</vt:lpstr>
      <vt:lpstr>Control Structures (if-else)</vt:lpstr>
      <vt:lpstr>Control Structures (switch)</vt:lpstr>
      <vt:lpstr>Control Structures (loops)</vt:lpstr>
      <vt:lpstr>Functions</vt:lpstr>
      <vt:lpstr>Functions</vt:lpstr>
      <vt:lpstr>Functions</vt:lpstr>
      <vt:lpstr>Arrays (Indexed)</vt:lpstr>
      <vt:lpstr>Arrays (Associative)</vt:lpstr>
      <vt:lpstr>Arrays (Multidimensional)</vt:lpstr>
      <vt:lpstr>String Manipulation</vt:lpstr>
      <vt:lpstr>String Manipulation</vt:lpstr>
      <vt:lpstr>Regular Expressions</vt:lpstr>
      <vt:lpstr>File Handling (Read, Write, Append)</vt:lpstr>
      <vt:lpstr>File Handling (Read, Write, Append)</vt:lpstr>
      <vt:lpstr>Error and Exception Handling</vt:lpstr>
      <vt:lpstr>Error and Exception Handling</vt:lpstr>
      <vt:lpstr>PHP – Super Global Variable</vt:lpstr>
      <vt:lpstr>PHP - $_SERVER</vt:lpstr>
      <vt:lpstr>PHP - $_REQUEST</vt:lpstr>
      <vt:lpstr>PHP - $_GET and $_POST</vt:lpstr>
      <vt:lpstr>PHP-$_COOKIE</vt:lpstr>
      <vt:lpstr>PHP-$_COOKIE</vt:lpstr>
      <vt:lpstr>PHP $_SESSION</vt:lpstr>
      <vt:lpstr>PHP $_SESSION</vt:lpstr>
      <vt:lpstr>PHP and Databases</vt:lpstr>
      <vt:lpstr>What is Database?</vt:lpstr>
      <vt:lpstr>Types of Databases Based on Data Structure</vt:lpstr>
      <vt:lpstr>Types of Databases Based on Data Structure</vt:lpstr>
      <vt:lpstr>Structured Database ( MySQL)</vt:lpstr>
      <vt:lpstr>Structured Database ( MySQL)</vt:lpstr>
      <vt:lpstr>Structured Database ( MySQL)</vt:lpstr>
      <vt:lpstr>ER-Diagram (Entity-Relationship Diagram) </vt:lpstr>
      <vt:lpstr>ER-Diagram (Continue) </vt:lpstr>
      <vt:lpstr>ER-Diagram (Continue) </vt:lpstr>
      <vt:lpstr>ER-Diagram (Continue) </vt:lpstr>
      <vt:lpstr>Connecting to MySQL using MySQLi</vt:lpstr>
      <vt:lpstr>Connecting to MySQL using MySQLi</vt:lpstr>
      <vt:lpstr>CRUD Operations (Create, Read, Update, Delete)</vt:lpstr>
      <vt:lpstr>CRUD Operations (Create, Read, Update, Delete)</vt:lpstr>
      <vt:lpstr>CRUD Operations (Create, Read, Update, Delete)</vt:lpstr>
      <vt:lpstr>Prepared Statements and SQL Injection Prevention</vt:lpstr>
      <vt:lpstr>Database Transactions</vt:lpstr>
      <vt:lpstr>Database Transactions</vt:lpstr>
      <vt:lpstr>Advanced PHP Features</vt:lpstr>
      <vt:lpstr>PHP Frameworks and Libraries</vt:lpstr>
      <vt:lpstr>Web Development with PHP</vt:lpstr>
      <vt:lpstr>Security in PHP</vt:lpstr>
      <vt:lpstr>API Development and Consumption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Mahadi Hassan</dc:creator>
  <cp:lastModifiedBy>Mahadi Hassan</cp:lastModifiedBy>
  <cp:revision>12</cp:revision>
  <dcterms:created xsi:type="dcterms:W3CDTF">2025-12-17T04:07:11Z</dcterms:created>
  <dcterms:modified xsi:type="dcterms:W3CDTF">2026-01-24T05:14:22Z</dcterms:modified>
</cp:coreProperties>
</file>