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4699BC-FF36-44E8-BB3C-F9070EAF68B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C2E1193-2897-4A85-A57D-90104FA3FD05}">
      <dgm:prSet/>
      <dgm:spPr/>
      <dgm:t>
        <a:bodyPr/>
        <a:lstStyle/>
        <a:p>
          <a:r>
            <a:rPr lang="en-US" dirty="0"/>
            <a:t>install a web server</a:t>
          </a:r>
        </a:p>
      </dgm:t>
    </dgm:pt>
    <dgm:pt modelId="{F319A4DE-AE1E-484D-9B44-3216C1C3A9DA}" type="parTrans" cxnId="{CE423332-70B8-4494-A673-13D8ED37A20F}">
      <dgm:prSet/>
      <dgm:spPr/>
      <dgm:t>
        <a:bodyPr/>
        <a:lstStyle/>
        <a:p>
          <a:endParaRPr lang="en-US"/>
        </a:p>
      </dgm:t>
    </dgm:pt>
    <dgm:pt modelId="{7CD59E07-EB2A-499F-9FC6-5E8BE3A97FB8}" type="sibTrans" cxnId="{CE423332-70B8-4494-A673-13D8ED37A20F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B5675D91-5B3C-4D2D-9B8C-FF5301EFB4B2}">
      <dgm:prSet/>
      <dgm:spPr/>
      <dgm:t>
        <a:bodyPr/>
        <a:lstStyle/>
        <a:p>
          <a:r>
            <a:rPr lang="en-US"/>
            <a:t>install a database, such as MySQL</a:t>
          </a:r>
        </a:p>
      </dgm:t>
    </dgm:pt>
    <dgm:pt modelId="{39D5000F-CA22-461E-B7A4-A54CBB813F8B}" type="parTrans" cxnId="{7FAB8AFA-6700-4BDF-8696-CC2905DE1434}">
      <dgm:prSet/>
      <dgm:spPr/>
      <dgm:t>
        <a:bodyPr/>
        <a:lstStyle/>
        <a:p>
          <a:endParaRPr lang="en-US"/>
        </a:p>
      </dgm:t>
    </dgm:pt>
    <dgm:pt modelId="{D9D63066-6BD6-4CE5-A5A1-5041B4D8F1F6}" type="sibTrans" cxnId="{7FAB8AFA-6700-4BDF-8696-CC2905DE143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CBB2444-53C7-49BA-9563-ECA6DF4FD870}" type="pres">
      <dgm:prSet presAssocID="{4E4699BC-FF36-44E8-BB3C-F9070EAF68B5}" presName="Name0" presStyleCnt="0">
        <dgm:presLayoutVars>
          <dgm:animLvl val="lvl"/>
          <dgm:resizeHandles val="exact"/>
        </dgm:presLayoutVars>
      </dgm:prSet>
      <dgm:spPr/>
    </dgm:pt>
    <dgm:pt modelId="{0971D979-0500-4D6D-B4BE-EA9835D6812E}" type="pres">
      <dgm:prSet presAssocID="{7C2E1193-2897-4A85-A57D-90104FA3FD05}" presName="compositeNode" presStyleCnt="0">
        <dgm:presLayoutVars>
          <dgm:bulletEnabled val="1"/>
        </dgm:presLayoutVars>
      </dgm:prSet>
      <dgm:spPr/>
    </dgm:pt>
    <dgm:pt modelId="{D5D26045-54BA-43D8-B93A-89C8D92B6230}" type="pres">
      <dgm:prSet presAssocID="{7C2E1193-2897-4A85-A57D-90104FA3FD05}" presName="bgRect" presStyleLbl="alignNode1" presStyleIdx="0" presStyleCnt="2"/>
      <dgm:spPr/>
    </dgm:pt>
    <dgm:pt modelId="{D48717F0-4801-47D6-95DC-6AEA5C12F6DF}" type="pres">
      <dgm:prSet presAssocID="{7CD59E07-EB2A-499F-9FC6-5E8BE3A97FB8}" presName="sibTransNodeRect" presStyleLbl="alignNode1" presStyleIdx="0" presStyleCnt="2">
        <dgm:presLayoutVars>
          <dgm:chMax val="0"/>
          <dgm:bulletEnabled val="1"/>
        </dgm:presLayoutVars>
      </dgm:prSet>
      <dgm:spPr/>
    </dgm:pt>
    <dgm:pt modelId="{976B25D7-633D-4A94-A941-69E205545C6B}" type="pres">
      <dgm:prSet presAssocID="{7C2E1193-2897-4A85-A57D-90104FA3FD05}" presName="nodeRect" presStyleLbl="alignNode1" presStyleIdx="0" presStyleCnt="2">
        <dgm:presLayoutVars>
          <dgm:bulletEnabled val="1"/>
        </dgm:presLayoutVars>
      </dgm:prSet>
      <dgm:spPr/>
    </dgm:pt>
    <dgm:pt modelId="{337F86E4-9BC0-4A85-91BE-F7057E180D45}" type="pres">
      <dgm:prSet presAssocID="{7CD59E07-EB2A-499F-9FC6-5E8BE3A97FB8}" presName="sibTrans" presStyleCnt="0"/>
      <dgm:spPr/>
    </dgm:pt>
    <dgm:pt modelId="{405262DB-62A5-48BA-8B82-B218B93F1C48}" type="pres">
      <dgm:prSet presAssocID="{B5675D91-5B3C-4D2D-9B8C-FF5301EFB4B2}" presName="compositeNode" presStyleCnt="0">
        <dgm:presLayoutVars>
          <dgm:bulletEnabled val="1"/>
        </dgm:presLayoutVars>
      </dgm:prSet>
      <dgm:spPr/>
    </dgm:pt>
    <dgm:pt modelId="{CDE77921-D009-4936-BCE0-2124F30A1A00}" type="pres">
      <dgm:prSet presAssocID="{B5675D91-5B3C-4D2D-9B8C-FF5301EFB4B2}" presName="bgRect" presStyleLbl="alignNode1" presStyleIdx="1" presStyleCnt="2"/>
      <dgm:spPr/>
    </dgm:pt>
    <dgm:pt modelId="{0E063D74-8671-4E5D-836B-B2FE9FA3C4B4}" type="pres">
      <dgm:prSet presAssocID="{D9D63066-6BD6-4CE5-A5A1-5041B4D8F1F6}" presName="sibTransNodeRect" presStyleLbl="alignNode1" presStyleIdx="1" presStyleCnt="2">
        <dgm:presLayoutVars>
          <dgm:chMax val="0"/>
          <dgm:bulletEnabled val="1"/>
        </dgm:presLayoutVars>
      </dgm:prSet>
      <dgm:spPr/>
    </dgm:pt>
    <dgm:pt modelId="{0496560F-D59A-4B36-A9BC-2359A55D1302}" type="pres">
      <dgm:prSet presAssocID="{B5675D91-5B3C-4D2D-9B8C-FF5301EFB4B2}" presName="nodeRect" presStyleLbl="alignNode1" presStyleIdx="1" presStyleCnt="2">
        <dgm:presLayoutVars>
          <dgm:bulletEnabled val="1"/>
        </dgm:presLayoutVars>
      </dgm:prSet>
      <dgm:spPr/>
    </dgm:pt>
  </dgm:ptLst>
  <dgm:cxnLst>
    <dgm:cxn modelId="{768FCB1F-BB97-40E9-AC42-1A69D7A2D7E8}" type="presOf" srcId="{7C2E1193-2897-4A85-A57D-90104FA3FD05}" destId="{976B25D7-633D-4A94-A941-69E205545C6B}" srcOrd="1" destOrd="0" presId="urn:microsoft.com/office/officeart/2016/7/layout/LinearBlockProcessNumbered"/>
    <dgm:cxn modelId="{AFD7C330-B1CA-4BAD-A300-7BC6EB17EBFE}" type="presOf" srcId="{4E4699BC-FF36-44E8-BB3C-F9070EAF68B5}" destId="{BCBB2444-53C7-49BA-9563-ECA6DF4FD870}" srcOrd="0" destOrd="0" presId="urn:microsoft.com/office/officeart/2016/7/layout/LinearBlockProcessNumbered"/>
    <dgm:cxn modelId="{A7C5FB30-2953-47EE-850F-D840EA5A87A1}" type="presOf" srcId="{7CD59E07-EB2A-499F-9FC6-5E8BE3A97FB8}" destId="{D48717F0-4801-47D6-95DC-6AEA5C12F6DF}" srcOrd="0" destOrd="0" presId="urn:microsoft.com/office/officeart/2016/7/layout/LinearBlockProcessNumbered"/>
    <dgm:cxn modelId="{CE423332-70B8-4494-A673-13D8ED37A20F}" srcId="{4E4699BC-FF36-44E8-BB3C-F9070EAF68B5}" destId="{7C2E1193-2897-4A85-A57D-90104FA3FD05}" srcOrd="0" destOrd="0" parTransId="{F319A4DE-AE1E-484D-9B44-3216C1C3A9DA}" sibTransId="{7CD59E07-EB2A-499F-9FC6-5E8BE3A97FB8}"/>
    <dgm:cxn modelId="{5750697E-DD94-4B0A-A3C2-77577966BC9A}" type="presOf" srcId="{7C2E1193-2897-4A85-A57D-90104FA3FD05}" destId="{D5D26045-54BA-43D8-B93A-89C8D92B6230}" srcOrd="0" destOrd="0" presId="urn:microsoft.com/office/officeart/2016/7/layout/LinearBlockProcessNumbered"/>
    <dgm:cxn modelId="{664C138C-F939-4F73-9166-26C3D1AB3598}" type="presOf" srcId="{B5675D91-5B3C-4D2D-9B8C-FF5301EFB4B2}" destId="{CDE77921-D009-4936-BCE0-2124F30A1A00}" srcOrd="0" destOrd="0" presId="urn:microsoft.com/office/officeart/2016/7/layout/LinearBlockProcessNumbered"/>
    <dgm:cxn modelId="{603C2E91-E676-48AA-8D54-852936F54226}" type="presOf" srcId="{B5675D91-5B3C-4D2D-9B8C-FF5301EFB4B2}" destId="{0496560F-D59A-4B36-A9BC-2359A55D1302}" srcOrd="1" destOrd="0" presId="urn:microsoft.com/office/officeart/2016/7/layout/LinearBlockProcessNumbered"/>
    <dgm:cxn modelId="{D7220AB2-96AD-4823-A1F1-F714FC944681}" type="presOf" srcId="{D9D63066-6BD6-4CE5-A5A1-5041B4D8F1F6}" destId="{0E063D74-8671-4E5D-836B-B2FE9FA3C4B4}" srcOrd="0" destOrd="0" presId="urn:microsoft.com/office/officeart/2016/7/layout/LinearBlockProcessNumbered"/>
    <dgm:cxn modelId="{7FAB8AFA-6700-4BDF-8696-CC2905DE1434}" srcId="{4E4699BC-FF36-44E8-BB3C-F9070EAF68B5}" destId="{B5675D91-5B3C-4D2D-9B8C-FF5301EFB4B2}" srcOrd="1" destOrd="0" parTransId="{39D5000F-CA22-461E-B7A4-A54CBB813F8B}" sibTransId="{D9D63066-6BD6-4CE5-A5A1-5041B4D8F1F6}"/>
    <dgm:cxn modelId="{671D61FA-A85D-4F7B-89D6-83094C490D3C}" type="presParOf" srcId="{BCBB2444-53C7-49BA-9563-ECA6DF4FD870}" destId="{0971D979-0500-4D6D-B4BE-EA9835D6812E}" srcOrd="0" destOrd="0" presId="urn:microsoft.com/office/officeart/2016/7/layout/LinearBlockProcessNumbered"/>
    <dgm:cxn modelId="{03431525-4079-433C-AD07-5D599894BA09}" type="presParOf" srcId="{0971D979-0500-4D6D-B4BE-EA9835D6812E}" destId="{D5D26045-54BA-43D8-B93A-89C8D92B6230}" srcOrd="0" destOrd="0" presId="urn:microsoft.com/office/officeart/2016/7/layout/LinearBlockProcessNumbered"/>
    <dgm:cxn modelId="{29156BB5-9267-425C-9073-854279EC002A}" type="presParOf" srcId="{0971D979-0500-4D6D-B4BE-EA9835D6812E}" destId="{D48717F0-4801-47D6-95DC-6AEA5C12F6DF}" srcOrd="1" destOrd="0" presId="urn:microsoft.com/office/officeart/2016/7/layout/LinearBlockProcessNumbered"/>
    <dgm:cxn modelId="{E81C64E3-44B2-47E0-9C6D-E1BC488408FD}" type="presParOf" srcId="{0971D979-0500-4D6D-B4BE-EA9835D6812E}" destId="{976B25D7-633D-4A94-A941-69E205545C6B}" srcOrd="2" destOrd="0" presId="urn:microsoft.com/office/officeart/2016/7/layout/LinearBlockProcessNumbered"/>
    <dgm:cxn modelId="{592889EF-6FF4-47A3-9795-5507E7F55B1C}" type="presParOf" srcId="{BCBB2444-53C7-49BA-9563-ECA6DF4FD870}" destId="{337F86E4-9BC0-4A85-91BE-F7057E180D45}" srcOrd="1" destOrd="0" presId="urn:microsoft.com/office/officeart/2016/7/layout/LinearBlockProcessNumbered"/>
    <dgm:cxn modelId="{1DC20BF3-5338-46AF-976F-0E104965B2F8}" type="presParOf" srcId="{BCBB2444-53C7-49BA-9563-ECA6DF4FD870}" destId="{405262DB-62A5-48BA-8B82-B218B93F1C48}" srcOrd="2" destOrd="0" presId="urn:microsoft.com/office/officeart/2016/7/layout/LinearBlockProcessNumbered"/>
    <dgm:cxn modelId="{8498682A-A9E0-4FE1-A7C0-D571747588C6}" type="presParOf" srcId="{405262DB-62A5-48BA-8B82-B218B93F1C48}" destId="{CDE77921-D009-4936-BCE0-2124F30A1A00}" srcOrd="0" destOrd="0" presId="urn:microsoft.com/office/officeart/2016/7/layout/LinearBlockProcessNumbered"/>
    <dgm:cxn modelId="{0D51C482-7C63-4D4B-BFFB-2713098C450C}" type="presParOf" srcId="{405262DB-62A5-48BA-8B82-B218B93F1C48}" destId="{0E063D74-8671-4E5D-836B-B2FE9FA3C4B4}" srcOrd="1" destOrd="0" presId="urn:microsoft.com/office/officeart/2016/7/layout/LinearBlockProcessNumbered"/>
    <dgm:cxn modelId="{ED30B196-D422-45C5-A60A-FA543D067F58}" type="presParOf" srcId="{405262DB-62A5-48BA-8B82-B218B93F1C48}" destId="{0496560F-D59A-4B36-A9BC-2359A55D130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3C34F8-1134-442C-AC28-6A4DF58B84F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E068DD-56E3-4EE7-AF52-F0EACAAE2E9B}">
      <dgm:prSet/>
      <dgm:spPr/>
      <dgm:t>
        <a:bodyPr/>
        <a:lstStyle/>
        <a:p>
          <a:r>
            <a:rPr lang="en-US" b="1"/>
            <a:t>&lt;?php</a:t>
          </a:r>
          <a:endParaRPr lang="en-US"/>
        </a:p>
      </dgm:t>
    </dgm:pt>
    <dgm:pt modelId="{FD020AF8-1229-431D-9B95-0C665EB8288A}" type="parTrans" cxnId="{210C405C-D970-4A7C-A320-76CD0AC5293C}">
      <dgm:prSet/>
      <dgm:spPr/>
      <dgm:t>
        <a:bodyPr/>
        <a:lstStyle/>
        <a:p>
          <a:endParaRPr lang="en-US"/>
        </a:p>
      </dgm:t>
    </dgm:pt>
    <dgm:pt modelId="{479E8A65-D96F-416B-A9F5-393F8FB4779B}" type="sibTrans" cxnId="{210C405C-D970-4A7C-A320-76CD0AC5293C}">
      <dgm:prSet/>
      <dgm:spPr/>
      <dgm:t>
        <a:bodyPr/>
        <a:lstStyle/>
        <a:p>
          <a:endParaRPr lang="en-US"/>
        </a:p>
      </dgm:t>
    </dgm:pt>
    <dgm:pt modelId="{87B11250-1097-4502-8748-51AF37305CBB}">
      <dgm:prSet/>
      <dgm:spPr/>
      <dgm:t>
        <a:bodyPr/>
        <a:lstStyle/>
        <a:p>
          <a:r>
            <a:rPr lang="en-US"/>
            <a:t>Here all php code will be written.</a:t>
          </a:r>
        </a:p>
      </dgm:t>
    </dgm:pt>
    <dgm:pt modelId="{15326CFA-FAA1-48BA-97A9-74AA048DBA39}" type="parTrans" cxnId="{31B6E73B-5515-4AF7-BEBF-88B09FD0D04C}">
      <dgm:prSet/>
      <dgm:spPr/>
      <dgm:t>
        <a:bodyPr/>
        <a:lstStyle/>
        <a:p>
          <a:endParaRPr lang="en-US"/>
        </a:p>
      </dgm:t>
    </dgm:pt>
    <dgm:pt modelId="{BC923D0B-F696-40A4-9AD1-13698BCF4FD0}" type="sibTrans" cxnId="{31B6E73B-5515-4AF7-BEBF-88B09FD0D04C}">
      <dgm:prSet/>
      <dgm:spPr/>
      <dgm:t>
        <a:bodyPr/>
        <a:lstStyle/>
        <a:p>
          <a:endParaRPr lang="en-US"/>
        </a:p>
      </dgm:t>
    </dgm:pt>
    <dgm:pt modelId="{999082BC-EB27-4F6C-9E9C-3AC96F360A56}">
      <dgm:prSet/>
      <dgm:spPr/>
      <dgm:t>
        <a:bodyPr/>
        <a:lstStyle/>
        <a:p>
          <a:r>
            <a:rPr lang="en-US" b="1"/>
            <a:t>?&gt;</a:t>
          </a:r>
          <a:endParaRPr lang="en-US"/>
        </a:p>
      </dgm:t>
    </dgm:pt>
    <dgm:pt modelId="{F688B41A-57A7-4EFC-9848-C1DE7BF9C485}" type="parTrans" cxnId="{22A3D83B-BCA4-4CC7-9B77-6F0E17B8A2D1}">
      <dgm:prSet/>
      <dgm:spPr/>
      <dgm:t>
        <a:bodyPr/>
        <a:lstStyle/>
        <a:p>
          <a:endParaRPr lang="en-US"/>
        </a:p>
      </dgm:t>
    </dgm:pt>
    <dgm:pt modelId="{C558F9BE-68FC-4FDE-B154-B61F70601E26}" type="sibTrans" cxnId="{22A3D83B-BCA4-4CC7-9B77-6F0E17B8A2D1}">
      <dgm:prSet/>
      <dgm:spPr/>
      <dgm:t>
        <a:bodyPr/>
        <a:lstStyle/>
        <a:p>
          <a:endParaRPr lang="en-US"/>
        </a:p>
      </dgm:t>
    </dgm:pt>
    <dgm:pt modelId="{8A47FAE3-B850-459B-BD50-40667399EFBB}" type="pres">
      <dgm:prSet presAssocID="{813C34F8-1134-442C-AC28-6A4DF58B84F0}" presName="linear" presStyleCnt="0">
        <dgm:presLayoutVars>
          <dgm:animLvl val="lvl"/>
          <dgm:resizeHandles val="exact"/>
        </dgm:presLayoutVars>
      </dgm:prSet>
      <dgm:spPr/>
    </dgm:pt>
    <dgm:pt modelId="{366B7103-7257-44CB-A15E-60AB1708EB1D}" type="pres">
      <dgm:prSet presAssocID="{24E068DD-56E3-4EE7-AF52-F0EACAAE2E9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63FF5DF-6303-405D-AFB7-CC89AEDB6367}" type="pres">
      <dgm:prSet presAssocID="{479E8A65-D96F-416B-A9F5-393F8FB4779B}" presName="spacer" presStyleCnt="0"/>
      <dgm:spPr/>
    </dgm:pt>
    <dgm:pt modelId="{F2B84A6D-9BB2-492A-A2A5-615B94B6321B}" type="pres">
      <dgm:prSet presAssocID="{87B11250-1097-4502-8748-51AF37305C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5504CF1-5CD0-4E2D-AD3F-9CD068BCC599}" type="pres">
      <dgm:prSet presAssocID="{BC923D0B-F696-40A4-9AD1-13698BCF4FD0}" presName="spacer" presStyleCnt="0"/>
      <dgm:spPr/>
    </dgm:pt>
    <dgm:pt modelId="{EFC49A86-194A-4B44-AF2C-0A43FAAB551B}" type="pres">
      <dgm:prSet presAssocID="{999082BC-EB27-4F6C-9E9C-3AC96F360A5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DD62F0A-7873-4E2B-9B6D-3F30D7A91FD0}" type="presOf" srcId="{87B11250-1097-4502-8748-51AF37305CBB}" destId="{F2B84A6D-9BB2-492A-A2A5-615B94B6321B}" srcOrd="0" destOrd="0" presId="urn:microsoft.com/office/officeart/2005/8/layout/vList2"/>
    <dgm:cxn modelId="{A05F9413-14DF-4989-B617-E2A95D04F213}" type="presOf" srcId="{813C34F8-1134-442C-AC28-6A4DF58B84F0}" destId="{8A47FAE3-B850-459B-BD50-40667399EFBB}" srcOrd="0" destOrd="0" presId="urn:microsoft.com/office/officeart/2005/8/layout/vList2"/>
    <dgm:cxn modelId="{E96CF917-87DE-46E0-9149-709A26EB5378}" type="presOf" srcId="{999082BC-EB27-4F6C-9E9C-3AC96F360A56}" destId="{EFC49A86-194A-4B44-AF2C-0A43FAAB551B}" srcOrd="0" destOrd="0" presId="urn:microsoft.com/office/officeart/2005/8/layout/vList2"/>
    <dgm:cxn modelId="{22A3D83B-BCA4-4CC7-9B77-6F0E17B8A2D1}" srcId="{813C34F8-1134-442C-AC28-6A4DF58B84F0}" destId="{999082BC-EB27-4F6C-9E9C-3AC96F360A56}" srcOrd="2" destOrd="0" parTransId="{F688B41A-57A7-4EFC-9848-C1DE7BF9C485}" sibTransId="{C558F9BE-68FC-4FDE-B154-B61F70601E26}"/>
    <dgm:cxn modelId="{31B6E73B-5515-4AF7-BEBF-88B09FD0D04C}" srcId="{813C34F8-1134-442C-AC28-6A4DF58B84F0}" destId="{87B11250-1097-4502-8748-51AF37305CBB}" srcOrd="1" destOrd="0" parTransId="{15326CFA-FAA1-48BA-97A9-74AA048DBA39}" sibTransId="{BC923D0B-F696-40A4-9AD1-13698BCF4FD0}"/>
    <dgm:cxn modelId="{210C405C-D970-4A7C-A320-76CD0AC5293C}" srcId="{813C34F8-1134-442C-AC28-6A4DF58B84F0}" destId="{24E068DD-56E3-4EE7-AF52-F0EACAAE2E9B}" srcOrd="0" destOrd="0" parTransId="{FD020AF8-1229-431D-9B95-0C665EB8288A}" sibTransId="{479E8A65-D96F-416B-A9F5-393F8FB4779B}"/>
    <dgm:cxn modelId="{CBAC05DB-E94E-4E0D-A6C2-CBA0AA515F1C}" type="presOf" srcId="{24E068DD-56E3-4EE7-AF52-F0EACAAE2E9B}" destId="{366B7103-7257-44CB-A15E-60AB1708EB1D}" srcOrd="0" destOrd="0" presId="urn:microsoft.com/office/officeart/2005/8/layout/vList2"/>
    <dgm:cxn modelId="{8D644E08-92C6-460B-958B-764D84EEAF15}" type="presParOf" srcId="{8A47FAE3-B850-459B-BD50-40667399EFBB}" destId="{366B7103-7257-44CB-A15E-60AB1708EB1D}" srcOrd="0" destOrd="0" presId="urn:microsoft.com/office/officeart/2005/8/layout/vList2"/>
    <dgm:cxn modelId="{706AC3F5-3A1B-4C28-AC3B-59E34539DD7C}" type="presParOf" srcId="{8A47FAE3-B850-459B-BD50-40667399EFBB}" destId="{163FF5DF-6303-405D-AFB7-CC89AEDB6367}" srcOrd="1" destOrd="0" presId="urn:microsoft.com/office/officeart/2005/8/layout/vList2"/>
    <dgm:cxn modelId="{0E36EB08-5735-40EC-937C-5C5DC6DC9ACA}" type="presParOf" srcId="{8A47FAE3-B850-459B-BD50-40667399EFBB}" destId="{F2B84A6D-9BB2-492A-A2A5-615B94B6321B}" srcOrd="2" destOrd="0" presId="urn:microsoft.com/office/officeart/2005/8/layout/vList2"/>
    <dgm:cxn modelId="{E1327448-F4C6-46D6-A323-6166672F9E78}" type="presParOf" srcId="{8A47FAE3-B850-459B-BD50-40667399EFBB}" destId="{25504CF1-5CD0-4E2D-AD3F-9CD068BCC599}" srcOrd="3" destOrd="0" presId="urn:microsoft.com/office/officeart/2005/8/layout/vList2"/>
    <dgm:cxn modelId="{3DD61192-D3C1-4EDF-8BE0-F0CB95BAFB4F}" type="presParOf" srcId="{8A47FAE3-B850-459B-BD50-40667399EFBB}" destId="{EFC49A86-194A-4B44-AF2C-0A43FAAB551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24D186-4B0C-45C2-AE82-0A721147F4D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2CC53C9-5BEA-42B7-A347-EF8FBDB79C34}">
      <dgm:prSet/>
      <dgm:spPr/>
      <dgm:t>
        <a:bodyPr/>
        <a:lstStyle/>
        <a:p>
          <a:r>
            <a:rPr lang="en-US"/>
            <a:t>First the file extension name will be .php </a:t>
          </a:r>
        </a:p>
      </dgm:t>
    </dgm:pt>
    <dgm:pt modelId="{6E472F8F-D278-4C02-9192-BFB7C84B5D06}" type="parTrans" cxnId="{583FF179-9E9E-4E29-AED8-DF787925269C}">
      <dgm:prSet/>
      <dgm:spPr/>
      <dgm:t>
        <a:bodyPr/>
        <a:lstStyle/>
        <a:p>
          <a:endParaRPr lang="en-US"/>
        </a:p>
      </dgm:t>
    </dgm:pt>
    <dgm:pt modelId="{5480B076-CE05-40C5-8F44-F5E9850C6110}" type="sibTrans" cxnId="{583FF179-9E9E-4E29-AED8-DF787925269C}">
      <dgm:prSet/>
      <dgm:spPr/>
      <dgm:t>
        <a:bodyPr/>
        <a:lstStyle/>
        <a:p>
          <a:endParaRPr lang="en-US"/>
        </a:p>
      </dgm:t>
    </dgm:pt>
    <dgm:pt modelId="{FCBF36C4-57B9-4951-9309-39128221CF08}">
      <dgm:prSet/>
      <dgm:spPr/>
      <dgm:t>
        <a:bodyPr/>
        <a:lstStyle/>
        <a:p>
          <a:r>
            <a:rPr lang="en-US"/>
            <a:t>The Open server like (xampp,wampp,etc)</a:t>
          </a:r>
        </a:p>
      </dgm:t>
    </dgm:pt>
    <dgm:pt modelId="{4F5BDEC8-1B2E-4A2E-B1DA-616752652D9F}" type="parTrans" cxnId="{97D5ED56-82F1-4D54-ACB2-75B81A2CECE0}">
      <dgm:prSet/>
      <dgm:spPr/>
      <dgm:t>
        <a:bodyPr/>
        <a:lstStyle/>
        <a:p>
          <a:endParaRPr lang="en-US"/>
        </a:p>
      </dgm:t>
    </dgm:pt>
    <dgm:pt modelId="{3938049D-DD0A-4059-AAD6-64EC67FAE839}" type="sibTrans" cxnId="{97D5ED56-82F1-4D54-ACB2-75B81A2CECE0}">
      <dgm:prSet/>
      <dgm:spPr/>
      <dgm:t>
        <a:bodyPr/>
        <a:lstStyle/>
        <a:p>
          <a:endParaRPr lang="en-US"/>
        </a:p>
      </dgm:t>
    </dgm:pt>
    <dgm:pt modelId="{542F1FA4-7EA5-43AE-B929-C501EB1E235A}">
      <dgm:prSet/>
      <dgm:spPr/>
      <dgm:t>
        <a:bodyPr/>
        <a:lstStyle/>
        <a:p>
          <a:r>
            <a:rPr lang="en-US"/>
            <a:t>Then run Apache </a:t>
          </a:r>
        </a:p>
      </dgm:t>
    </dgm:pt>
    <dgm:pt modelId="{22AD0BF7-F854-4D76-9B73-A214E03A5215}" type="parTrans" cxnId="{309C69A1-8F04-43D9-ABD1-10F8C01C4415}">
      <dgm:prSet/>
      <dgm:spPr/>
      <dgm:t>
        <a:bodyPr/>
        <a:lstStyle/>
        <a:p>
          <a:endParaRPr lang="en-US"/>
        </a:p>
      </dgm:t>
    </dgm:pt>
    <dgm:pt modelId="{9F82907C-9F28-4ECE-85A9-9ACEB2C18578}" type="sibTrans" cxnId="{309C69A1-8F04-43D9-ABD1-10F8C01C4415}">
      <dgm:prSet/>
      <dgm:spPr/>
      <dgm:t>
        <a:bodyPr/>
        <a:lstStyle/>
        <a:p>
          <a:endParaRPr lang="en-US"/>
        </a:p>
      </dgm:t>
    </dgm:pt>
    <dgm:pt modelId="{2F004564-72B6-4A2D-B049-8F207D0F1571}">
      <dgm:prSet/>
      <dgm:spPr/>
      <dgm:t>
        <a:bodyPr/>
        <a:lstStyle/>
        <a:p>
          <a:r>
            <a:rPr lang="en-US"/>
            <a:t>Then Run .php file</a:t>
          </a:r>
        </a:p>
      </dgm:t>
    </dgm:pt>
    <dgm:pt modelId="{1AA3CED5-EDF4-4D78-8236-58201CC7F54A}" type="parTrans" cxnId="{8ADBF929-70EF-4C03-8661-ECA9F515FE27}">
      <dgm:prSet/>
      <dgm:spPr/>
      <dgm:t>
        <a:bodyPr/>
        <a:lstStyle/>
        <a:p>
          <a:endParaRPr lang="en-US"/>
        </a:p>
      </dgm:t>
    </dgm:pt>
    <dgm:pt modelId="{313CA4E2-0AB0-4956-9199-FF3FD9B5EC3E}" type="sibTrans" cxnId="{8ADBF929-70EF-4C03-8661-ECA9F515FE27}">
      <dgm:prSet/>
      <dgm:spPr/>
      <dgm:t>
        <a:bodyPr/>
        <a:lstStyle/>
        <a:p>
          <a:endParaRPr lang="en-US"/>
        </a:p>
      </dgm:t>
    </dgm:pt>
    <dgm:pt modelId="{21F89060-C972-466A-9907-D7A9BF3B9B22}" type="pres">
      <dgm:prSet presAssocID="{E824D186-4B0C-45C2-AE82-0A721147F4D0}" presName="linear" presStyleCnt="0">
        <dgm:presLayoutVars>
          <dgm:animLvl val="lvl"/>
          <dgm:resizeHandles val="exact"/>
        </dgm:presLayoutVars>
      </dgm:prSet>
      <dgm:spPr/>
    </dgm:pt>
    <dgm:pt modelId="{B553EB76-5DA4-4792-98F6-E5C43595681F}" type="pres">
      <dgm:prSet presAssocID="{C2CC53C9-5BEA-42B7-A347-EF8FBDB79C3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B54DDD8-8A8A-4541-A399-FA5D2CFAF8B1}" type="pres">
      <dgm:prSet presAssocID="{5480B076-CE05-40C5-8F44-F5E9850C6110}" presName="spacer" presStyleCnt="0"/>
      <dgm:spPr/>
    </dgm:pt>
    <dgm:pt modelId="{2FF0609F-FE28-4FFD-B2B3-57E880ED10EF}" type="pres">
      <dgm:prSet presAssocID="{FCBF36C4-57B9-4951-9309-39128221CF0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C295F61-143A-457D-AAF6-3946B9A5C7D1}" type="pres">
      <dgm:prSet presAssocID="{3938049D-DD0A-4059-AAD6-64EC67FAE839}" presName="spacer" presStyleCnt="0"/>
      <dgm:spPr/>
    </dgm:pt>
    <dgm:pt modelId="{1D6169C2-48E7-47C0-802B-21EE5C4EF394}" type="pres">
      <dgm:prSet presAssocID="{542F1FA4-7EA5-43AE-B929-C501EB1E23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3687317-346A-46AA-835B-DDA573E93310}" type="pres">
      <dgm:prSet presAssocID="{9F82907C-9F28-4ECE-85A9-9ACEB2C18578}" presName="spacer" presStyleCnt="0"/>
      <dgm:spPr/>
    </dgm:pt>
    <dgm:pt modelId="{4D1EAAF4-4DA7-42B0-AB3E-B0EBA60976BE}" type="pres">
      <dgm:prSet presAssocID="{2F004564-72B6-4A2D-B049-8F207D0F157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ADBF929-70EF-4C03-8661-ECA9F515FE27}" srcId="{E824D186-4B0C-45C2-AE82-0A721147F4D0}" destId="{2F004564-72B6-4A2D-B049-8F207D0F1571}" srcOrd="3" destOrd="0" parTransId="{1AA3CED5-EDF4-4D78-8236-58201CC7F54A}" sibTransId="{313CA4E2-0AB0-4956-9199-FF3FD9B5EC3E}"/>
    <dgm:cxn modelId="{D44FAA3E-FA24-4E5F-82D2-C0238A151537}" type="presOf" srcId="{C2CC53C9-5BEA-42B7-A347-EF8FBDB79C34}" destId="{B553EB76-5DA4-4792-98F6-E5C43595681F}" srcOrd="0" destOrd="0" presId="urn:microsoft.com/office/officeart/2005/8/layout/vList2"/>
    <dgm:cxn modelId="{8AEFF64D-3E26-41D2-947A-B4354B62C0AD}" type="presOf" srcId="{542F1FA4-7EA5-43AE-B929-C501EB1E235A}" destId="{1D6169C2-48E7-47C0-802B-21EE5C4EF394}" srcOrd="0" destOrd="0" presId="urn:microsoft.com/office/officeart/2005/8/layout/vList2"/>
    <dgm:cxn modelId="{97D5ED56-82F1-4D54-ACB2-75B81A2CECE0}" srcId="{E824D186-4B0C-45C2-AE82-0A721147F4D0}" destId="{FCBF36C4-57B9-4951-9309-39128221CF08}" srcOrd="1" destOrd="0" parTransId="{4F5BDEC8-1B2E-4A2E-B1DA-616752652D9F}" sibTransId="{3938049D-DD0A-4059-AAD6-64EC67FAE839}"/>
    <dgm:cxn modelId="{583FF179-9E9E-4E29-AED8-DF787925269C}" srcId="{E824D186-4B0C-45C2-AE82-0A721147F4D0}" destId="{C2CC53C9-5BEA-42B7-A347-EF8FBDB79C34}" srcOrd="0" destOrd="0" parTransId="{6E472F8F-D278-4C02-9192-BFB7C84B5D06}" sibTransId="{5480B076-CE05-40C5-8F44-F5E9850C6110}"/>
    <dgm:cxn modelId="{778F8C8E-2E49-488F-B192-FBE360CD4D2E}" type="presOf" srcId="{2F004564-72B6-4A2D-B049-8F207D0F1571}" destId="{4D1EAAF4-4DA7-42B0-AB3E-B0EBA60976BE}" srcOrd="0" destOrd="0" presId="urn:microsoft.com/office/officeart/2005/8/layout/vList2"/>
    <dgm:cxn modelId="{70F96792-3831-4E44-B31A-AD29D6427C76}" type="presOf" srcId="{E824D186-4B0C-45C2-AE82-0A721147F4D0}" destId="{21F89060-C972-466A-9907-D7A9BF3B9B22}" srcOrd="0" destOrd="0" presId="urn:microsoft.com/office/officeart/2005/8/layout/vList2"/>
    <dgm:cxn modelId="{309C69A1-8F04-43D9-ABD1-10F8C01C4415}" srcId="{E824D186-4B0C-45C2-AE82-0A721147F4D0}" destId="{542F1FA4-7EA5-43AE-B929-C501EB1E235A}" srcOrd="2" destOrd="0" parTransId="{22AD0BF7-F854-4D76-9B73-A214E03A5215}" sibTransId="{9F82907C-9F28-4ECE-85A9-9ACEB2C18578}"/>
    <dgm:cxn modelId="{FBED73D5-C3A6-4D2D-9B2C-D5D6F89106C5}" type="presOf" srcId="{FCBF36C4-57B9-4951-9309-39128221CF08}" destId="{2FF0609F-FE28-4FFD-B2B3-57E880ED10EF}" srcOrd="0" destOrd="0" presId="urn:microsoft.com/office/officeart/2005/8/layout/vList2"/>
    <dgm:cxn modelId="{98F6F3F5-8F26-48AD-837D-4F8C4FD9E347}" type="presParOf" srcId="{21F89060-C972-466A-9907-D7A9BF3B9B22}" destId="{B553EB76-5DA4-4792-98F6-E5C43595681F}" srcOrd="0" destOrd="0" presId="urn:microsoft.com/office/officeart/2005/8/layout/vList2"/>
    <dgm:cxn modelId="{9A058E2E-E22E-4221-87C8-0A4022326F3D}" type="presParOf" srcId="{21F89060-C972-466A-9907-D7A9BF3B9B22}" destId="{EB54DDD8-8A8A-4541-A399-FA5D2CFAF8B1}" srcOrd="1" destOrd="0" presId="urn:microsoft.com/office/officeart/2005/8/layout/vList2"/>
    <dgm:cxn modelId="{121EE81C-62DA-466B-990D-81B5C18262CF}" type="presParOf" srcId="{21F89060-C972-466A-9907-D7A9BF3B9B22}" destId="{2FF0609F-FE28-4FFD-B2B3-57E880ED10EF}" srcOrd="2" destOrd="0" presId="urn:microsoft.com/office/officeart/2005/8/layout/vList2"/>
    <dgm:cxn modelId="{D605966C-1BB6-421C-95AE-1A0B91393B76}" type="presParOf" srcId="{21F89060-C972-466A-9907-D7A9BF3B9B22}" destId="{1C295F61-143A-457D-AAF6-3946B9A5C7D1}" srcOrd="3" destOrd="0" presId="urn:microsoft.com/office/officeart/2005/8/layout/vList2"/>
    <dgm:cxn modelId="{D48E29D0-CE7F-4220-A6EF-CA86211164B7}" type="presParOf" srcId="{21F89060-C972-466A-9907-D7A9BF3B9B22}" destId="{1D6169C2-48E7-47C0-802B-21EE5C4EF394}" srcOrd="4" destOrd="0" presId="urn:microsoft.com/office/officeart/2005/8/layout/vList2"/>
    <dgm:cxn modelId="{D4C4AC17-9C3D-4056-8367-C5D49745606D}" type="presParOf" srcId="{21F89060-C972-466A-9907-D7A9BF3B9B22}" destId="{13687317-346A-46AA-835B-DDA573E93310}" srcOrd="5" destOrd="0" presId="urn:microsoft.com/office/officeart/2005/8/layout/vList2"/>
    <dgm:cxn modelId="{F0EADA03-C993-4D6B-87CD-3D08469706A1}" type="presParOf" srcId="{21F89060-C972-466A-9907-D7A9BF3B9B22}" destId="{4D1EAAF4-4DA7-42B0-AB3E-B0EBA60976B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0DFC59-FCAF-450C-84D2-05E300B62E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986B233-0284-473E-AEE5-C232BEA78548}">
      <dgm:prSet/>
      <dgm:spPr/>
      <dgm:t>
        <a:bodyPr/>
        <a:lstStyle/>
        <a:p>
          <a:r>
            <a:rPr lang="en-US" b="1"/>
            <a:t>&lt;?php</a:t>
          </a:r>
          <a:endParaRPr lang="en-US"/>
        </a:p>
      </dgm:t>
    </dgm:pt>
    <dgm:pt modelId="{65155080-8545-4D02-9C07-EE477523F239}" type="parTrans" cxnId="{64DB26B4-BE65-4543-861B-CDE550D3FBC4}">
      <dgm:prSet/>
      <dgm:spPr/>
      <dgm:t>
        <a:bodyPr/>
        <a:lstStyle/>
        <a:p>
          <a:endParaRPr lang="en-US"/>
        </a:p>
      </dgm:t>
    </dgm:pt>
    <dgm:pt modelId="{B3669CD4-1BC2-4C31-B604-E6F9E756250F}" type="sibTrans" cxnId="{64DB26B4-BE65-4543-861B-CDE550D3FBC4}">
      <dgm:prSet/>
      <dgm:spPr/>
      <dgm:t>
        <a:bodyPr/>
        <a:lstStyle/>
        <a:p>
          <a:endParaRPr lang="en-US"/>
        </a:p>
      </dgm:t>
    </dgm:pt>
    <dgm:pt modelId="{DF24D81B-4397-4C5F-87CC-14D4DFFEBE83}">
      <dgm:prSet/>
      <dgm:spPr/>
      <dgm:t>
        <a:bodyPr/>
        <a:lstStyle/>
        <a:p>
          <a:r>
            <a:rPr lang="en-US"/>
            <a:t>echo “CPC,KiU”;</a:t>
          </a:r>
        </a:p>
      </dgm:t>
    </dgm:pt>
    <dgm:pt modelId="{F5145AD0-B960-44D7-9E2E-2DE2CEA49A9B}" type="parTrans" cxnId="{7A27C5BF-A02D-4E71-BE6A-8E88B9D1ABE3}">
      <dgm:prSet/>
      <dgm:spPr/>
      <dgm:t>
        <a:bodyPr/>
        <a:lstStyle/>
        <a:p>
          <a:endParaRPr lang="en-US"/>
        </a:p>
      </dgm:t>
    </dgm:pt>
    <dgm:pt modelId="{A347308E-A748-450C-B70C-35EFDBE5614D}" type="sibTrans" cxnId="{7A27C5BF-A02D-4E71-BE6A-8E88B9D1ABE3}">
      <dgm:prSet/>
      <dgm:spPr/>
      <dgm:t>
        <a:bodyPr/>
        <a:lstStyle/>
        <a:p>
          <a:endParaRPr lang="en-US"/>
        </a:p>
      </dgm:t>
    </dgm:pt>
    <dgm:pt modelId="{C0127510-2FE5-4169-8109-C7A16011C097}">
      <dgm:prSet/>
      <dgm:spPr/>
      <dgm:t>
        <a:bodyPr/>
        <a:lstStyle/>
        <a:p>
          <a:r>
            <a:rPr lang="en-US" b="1"/>
            <a:t>?&gt;</a:t>
          </a:r>
          <a:endParaRPr lang="en-US"/>
        </a:p>
      </dgm:t>
    </dgm:pt>
    <dgm:pt modelId="{AD32FA1E-260B-406F-B3BB-A3BAA6FFB479}" type="parTrans" cxnId="{49DEE83F-13C0-4CED-A785-2EE37B3E780E}">
      <dgm:prSet/>
      <dgm:spPr/>
      <dgm:t>
        <a:bodyPr/>
        <a:lstStyle/>
        <a:p>
          <a:endParaRPr lang="en-US"/>
        </a:p>
      </dgm:t>
    </dgm:pt>
    <dgm:pt modelId="{0D69AE57-199B-4459-854C-C42CA71EB3BB}" type="sibTrans" cxnId="{49DEE83F-13C0-4CED-A785-2EE37B3E780E}">
      <dgm:prSet/>
      <dgm:spPr/>
      <dgm:t>
        <a:bodyPr/>
        <a:lstStyle/>
        <a:p>
          <a:endParaRPr lang="en-US"/>
        </a:p>
      </dgm:t>
    </dgm:pt>
    <dgm:pt modelId="{148AD2F7-A86C-4732-8D67-D959BB472590}" type="pres">
      <dgm:prSet presAssocID="{3D0DFC59-FCAF-450C-84D2-05E300B62E44}" presName="linear" presStyleCnt="0">
        <dgm:presLayoutVars>
          <dgm:animLvl val="lvl"/>
          <dgm:resizeHandles val="exact"/>
        </dgm:presLayoutVars>
      </dgm:prSet>
      <dgm:spPr/>
    </dgm:pt>
    <dgm:pt modelId="{2F6DE1FE-B2ED-4508-A3DA-F260F196362F}" type="pres">
      <dgm:prSet presAssocID="{C986B233-0284-473E-AEE5-C232BEA7854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02A289-AB15-48F1-8388-C11302716DD9}" type="pres">
      <dgm:prSet presAssocID="{B3669CD4-1BC2-4C31-B604-E6F9E756250F}" presName="spacer" presStyleCnt="0"/>
      <dgm:spPr/>
    </dgm:pt>
    <dgm:pt modelId="{BB39D31C-E40C-4C4C-A3BC-61263241DFC4}" type="pres">
      <dgm:prSet presAssocID="{DF24D81B-4397-4C5F-87CC-14D4DFFEBE8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D9D368-91B6-48B3-BBA8-F585F564F558}" type="pres">
      <dgm:prSet presAssocID="{A347308E-A748-450C-B70C-35EFDBE5614D}" presName="spacer" presStyleCnt="0"/>
      <dgm:spPr/>
    </dgm:pt>
    <dgm:pt modelId="{B1E76387-E808-4305-A3E9-1C26EB09BBD7}" type="pres">
      <dgm:prSet presAssocID="{C0127510-2FE5-4169-8109-C7A16011C09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9DEE83F-13C0-4CED-A785-2EE37B3E780E}" srcId="{3D0DFC59-FCAF-450C-84D2-05E300B62E44}" destId="{C0127510-2FE5-4169-8109-C7A16011C097}" srcOrd="2" destOrd="0" parTransId="{AD32FA1E-260B-406F-B3BB-A3BAA6FFB479}" sibTransId="{0D69AE57-199B-4459-854C-C42CA71EB3BB}"/>
    <dgm:cxn modelId="{3A967B90-BDD0-4EB8-A5F8-E194A98B7381}" type="presOf" srcId="{C986B233-0284-473E-AEE5-C232BEA78548}" destId="{2F6DE1FE-B2ED-4508-A3DA-F260F196362F}" srcOrd="0" destOrd="0" presId="urn:microsoft.com/office/officeart/2005/8/layout/vList2"/>
    <dgm:cxn modelId="{64DB26B4-BE65-4543-861B-CDE550D3FBC4}" srcId="{3D0DFC59-FCAF-450C-84D2-05E300B62E44}" destId="{C986B233-0284-473E-AEE5-C232BEA78548}" srcOrd="0" destOrd="0" parTransId="{65155080-8545-4D02-9C07-EE477523F239}" sibTransId="{B3669CD4-1BC2-4C31-B604-E6F9E756250F}"/>
    <dgm:cxn modelId="{7A27C5BF-A02D-4E71-BE6A-8E88B9D1ABE3}" srcId="{3D0DFC59-FCAF-450C-84D2-05E300B62E44}" destId="{DF24D81B-4397-4C5F-87CC-14D4DFFEBE83}" srcOrd="1" destOrd="0" parTransId="{F5145AD0-B960-44D7-9E2E-2DE2CEA49A9B}" sibTransId="{A347308E-A748-450C-B70C-35EFDBE5614D}"/>
    <dgm:cxn modelId="{87525CC1-6461-4F96-8B17-4F9167663AB3}" type="presOf" srcId="{3D0DFC59-FCAF-450C-84D2-05E300B62E44}" destId="{148AD2F7-A86C-4732-8D67-D959BB472590}" srcOrd="0" destOrd="0" presId="urn:microsoft.com/office/officeart/2005/8/layout/vList2"/>
    <dgm:cxn modelId="{7EA831D6-58C1-44D5-87C9-3AFAE619D606}" type="presOf" srcId="{C0127510-2FE5-4169-8109-C7A16011C097}" destId="{B1E76387-E808-4305-A3E9-1C26EB09BBD7}" srcOrd="0" destOrd="0" presId="urn:microsoft.com/office/officeart/2005/8/layout/vList2"/>
    <dgm:cxn modelId="{4C3B35FB-D6DB-4577-B748-AEA2D7833B72}" type="presOf" srcId="{DF24D81B-4397-4C5F-87CC-14D4DFFEBE83}" destId="{BB39D31C-E40C-4C4C-A3BC-61263241DFC4}" srcOrd="0" destOrd="0" presId="urn:microsoft.com/office/officeart/2005/8/layout/vList2"/>
    <dgm:cxn modelId="{0B0F550A-5833-4E64-8F19-1908E5FE0EA1}" type="presParOf" srcId="{148AD2F7-A86C-4732-8D67-D959BB472590}" destId="{2F6DE1FE-B2ED-4508-A3DA-F260F196362F}" srcOrd="0" destOrd="0" presId="urn:microsoft.com/office/officeart/2005/8/layout/vList2"/>
    <dgm:cxn modelId="{728E5721-8426-4793-9012-8DF5876D4B0E}" type="presParOf" srcId="{148AD2F7-A86C-4732-8D67-D959BB472590}" destId="{8802A289-AB15-48F1-8388-C11302716DD9}" srcOrd="1" destOrd="0" presId="urn:microsoft.com/office/officeart/2005/8/layout/vList2"/>
    <dgm:cxn modelId="{3117D55D-844C-416F-80A2-A458407F964B}" type="presParOf" srcId="{148AD2F7-A86C-4732-8D67-D959BB472590}" destId="{BB39D31C-E40C-4C4C-A3BC-61263241DFC4}" srcOrd="2" destOrd="0" presId="urn:microsoft.com/office/officeart/2005/8/layout/vList2"/>
    <dgm:cxn modelId="{623B7C36-6228-4D24-9318-F4F7FC333510}" type="presParOf" srcId="{148AD2F7-A86C-4732-8D67-D959BB472590}" destId="{E3D9D368-91B6-48B3-BBA8-F585F564F558}" srcOrd="3" destOrd="0" presId="urn:microsoft.com/office/officeart/2005/8/layout/vList2"/>
    <dgm:cxn modelId="{25775095-8ADF-479B-8FAC-5CE980C3069F}" type="presParOf" srcId="{148AD2F7-A86C-4732-8D67-D959BB472590}" destId="{B1E76387-E808-4305-A3E9-1C26EB09BBD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1F4C9C2-439B-45AE-9B78-CFA0965249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2BA1E0-B089-409E-87D4-292DB65572F7}">
      <dgm:prSet/>
      <dgm:spPr/>
      <dgm:t>
        <a:bodyPr/>
        <a:lstStyle/>
        <a:p>
          <a:r>
            <a:rPr lang="en-US" b="1"/>
            <a:t>&lt;?php</a:t>
          </a:r>
          <a:endParaRPr lang="en-US"/>
        </a:p>
      </dgm:t>
    </dgm:pt>
    <dgm:pt modelId="{2103E6F2-E7D4-4D68-B603-27B29D501EB3}" type="parTrans" cxnId="{9881D551-5C07-4ED3-ABA9-9DA31D1CC627}">
      <dgm:prSet/>
      <dgm:spPr/>
      <dgm:t>
        <a:bodyPr/>
        <a:lstStyle/>
        <a:p>
          <a:endParaRPr lang="en-US"/>
        </a:p>
      </dgm:t>
    </dgm:pt>
    <dgm:pt modelId="{A4FDC966-03DA-4226-9918-0255684C4C11}" type="sibTrans" cxnId="{9881D551-5C07-4ED3-ABA9-9DA31D1CC627}">
      <dgm:prSet/>
      <dgm:spPr/>
      <dgm:t>
        <a:bodyPr/>
        <a:lstStyle/>
        <a:p>
          <a:endParaRPr lang="en-US"/>
        </a:p>
      </dgm:t>
    </dgm:pt>
    <dgm:pt modelId="{7604AF85-2FF1-471C-A3D1-E1430D462988}">
      <dgm:prSet/>
      <dgm:spPr/>
      <dgm:t>
        <a:bodyPr/>
        <a:lstStyle/>
        <a:p>
          <a:r>
            <a:rPr lang="pt-BR"/>
            <a:t>echo "&lt;h2&gt;PHP is Fun!&lt;/h2&gt;";</a:t>
          </a:r>
          <a:endParaRPr lang="en-US"/>
        </a:p>
      </dgm:t>
    </dgm:pt>
    <dgm:pt modelId="{06CD7FED-BB3A-4C61-B0C9-F3E2149849A8}" type="parTrans" cxnId="{5BE6DBC0-D0B2-41AC-AF8A-C79C9DE5976C}">
      <dgm:prSet/>
      <dgm:spPr/>
      <dgm:t>
        <a:bodyPr/>
        <a:lstStyle/>
        <a:p>
          <a:endParaRPr lang="en-US"/>
        </a:p>
      </dgm:t>
    </dgm:pt>
    <dgm:pt modelId="{3D084B36-95A8-466F-91E8-E607D1991501}" type="sibTrans" cxnId="{5BE6DBC0-D0B2-41AC-AF8A-C79C9DE5976C}">
      <dgm:prSet/>
      <dgm:spPr/>
      <dgm:t>
        <a:bodyPr/>
        <a:lstStyle/>
        <a:p>
          <a:endParaRPr lang="en-US"/>
        </a:p>
      </dgm:t>
    </dgm:pt>
    <dgm:pt modelId="{A3EC5DE3-D70E-4FE7-B9A9-FA52B406C64E}">
      <dgm:prSet/>
      <dgm:spPr/>
      <dgm:t>
        <a:bodyPr/>
        <a:lstStyle/>
        <a:p>
          <a:r>
            <a:rPr lang="en-US" b="1"/>
            <a:t>?&gt;</a:t>
          </a:r>
          <a:endParaRPr lang="en-US"/>
        </a:p>
      </dgm:t>
    </dgm:pt>
    <dgm:pt modelId="{02C7C9BD-7109-4B4E-A63A-32556B036627}" type="parTrans" cxnId="{DD87C28D-BADC-4FC3-ABD6-2C102CDC4306}">
      <dgm:prSet/>
      <dgm:spPr/>
      <dgm:t>
        <a:bodyPr/>
        <a:lstStyle/>
        <a:p>
          <a:endParaRPr lang="en-US"/>
        </a:p>
      </dgm:t>
    </dgm:pt>
    <dgm:pt modelId="{EC563649-6E20-492B-BC4E-F8A8337C9DD7}" type="sibTrans" cxnId="{DD87C28D-BADC-4FC3-ABD6-2C102CDC4306}">
      <dgm:prSet/>
      <dgm:spPr/>
      <dgm:t>
        <a:bodyPr/>
        <a:lstStyle/>
        <a:p>
          <a:endParaRPr lang="en-US"/>
        </a:p>
      </dgm:t>
    </dgm:pt>
    <dgm:pt modelId="{2FF38E00-95E8-4785-B774-517CFCEAD36E}" type="pres">
      <dgm:prSet presAssocID="{91F4C9C2-439B-45AE-9B78-CFA09652493F}" presName="linear" presStyleCnt="0">
        <dgm:presLayoutVars>
          <dgm:animLvl val="lvl"/>
          <dgm:resizeHandles val="exact"/>
        </dgm:presLayoutVars>
      </dgm:prSet>
      <dgm:spPr/>
    </dgm:pt>
    <dgm:pt modelId="{99DA7394-D91B-4F74-B59A-70DA63633904}" type="pres">
      <dgm:prSet presAssocID="{672BA1E0-B089-409E-87D4-292DB65572F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A236E3B-AA69-415D-8DD6-5441A067AF72}" type="pres">
      <dgm:prSet presAssocID="{A4FDC966-03DA-4226-9918-0255684C4C11}" presName="spacer" presStyleCnt="0"/>
      <dgm:spPr/>
    </dgm:pt>
    <dgm:pt modelId="{67F8FC05-EA0D-4EF0-B6FD-E4B14E034AA5}" type="pres">
      <dgm:prSet presAssocID="{7604AF85-2FF1-471C-A3D1-E1430D4629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0107793-A2C0-4510-9C19-623BC79B7C09}" type="pres">
      <dgm:prSet presAssocID="{3D084B36-95A8-466F-91E8-E607D1991501}" presName="spacer" presStyleCnt="0"/>
      <dgm:spPr/>
    </dgm:pt>
    <dgm:pt modelId="{360B6374-D82F-44FA-9C04-AB75576CBA2A}" type="pres">
      <dgm:prSet presAssocID="{A3EC5DE3-D70E-4FE7-B9A9-FA52B406C64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405321F-9264-457C-9F77-B5F2D59432BD}" type="presOf" srcId="{7604AF85-2FF1-471C-A3D1-E1430D462988}" destId="{67F8FC05-EA0D-4EF0-B6FD-E4B14E034AA5}" srcOrd="0" destOrd="0" presId="urn:microsoft.com/office/officeart/2005/8/layout/vList2"/>
    <dgm:cxn modelId="{54458549-15A8-4A5F-B0BD-C6B8FD7D373C}" type="presOf" srcId="{91F4C9C2-439B-45AE-9B78-CFA09652493F}" destId="{2FF38E00-95E8-4785-B774-517CFCEAD36E}" srcOrd="0" destOrd="0" presId="urn:microsoft.com/office/officeart/2005/8/layout/vList2"/>
    <dgm:cxn modelId="{9881D551-5C07-4ED3-ABA9-9DA31D1CC627}" srcId="{91F4C9C2-439B-45AE-9B78-CFA09652493F}" destId="{672BA1E0-B089-409E-87D4-292DB65572F7}" srcOrd="0" destOrd="0" parTransId="{2103E6F2-E7D4-4D68-B603-27B29D501EB3}" sibTransId="{A4FDC966-03DA-4226-9918-0255684C4C11}"/>
    <dgm:cxn modelId="{62CAA48B-7B86-47A7-BF54-7DA4BDB8FAFD}" type="presOf" srcId="{672BA1E0-B089-409E-87D4-292DB65572F7}" destId="{99DA7394-D91B-4F74-B59A-70DA63633904}" srcOrd="0" destOrd="0" presId="urn:microsoft.com/office/officeart/2005/8/layout/vList2"/>
    <dgm:cxn modelId="{DD87C28D-BADC-4FC3-ABD6-2C102CDC4306}" srcId="{91F4C9C2-439B-45AE-9B78-CFA09652493F}" destId="{A3EC5DE3-D70E-4FE7-B9A9-FA52B406C64E}" srcOrd="2" destOrd="0" parTransId="{02C7C9BD-7109-4B4E-A63A-32556B036627}" sibTransId="{EC563649-6E20-492B-BC4E-F8A8337C9DD7}"/>
    <dgm:cxn modelId="{EA144ABD-FA58-4DCF-8BDB-15A2B8C926BC}" type="presOf" srcId="{A3EC5DE3-D70E-4FE7-B9A9-FA52B406C64E}" destId="{360B6374-D82F-44FA-9C04-AB75576CBA2A}" srcOrd="0" destOrd="0" presId="urn:microsoft.com/office/officeart/2005/8/layout/vList2"/>
    <dgm:cxn modelId="{5BE6DBC0-D0B2-41AC-AF8A-C79C9DE5976C}" srcId="{91F4C9C2-439B-45AE-9B78-CFA09652493F}" destId="{7604AF85-2FF1-471C-A3D1-E1430D462988}" srcOrd="1" destOrd="0" parTransId="{06CD7FED-BB3A-4C61-B0C9-F3E2149849A8}" sibTransId="{3D084B36-95A8-466F-91E8-E607D1991501}"/>
    <dgm:cxn modelId="{EFE991EA-C393-47F3-B6CB-ED3061D8FC14}" type="presParOf" srcId="{2FF38E00-95E8-4785-B774-517CFCEAD36E}" destId="{99DA7394-D91B-4F74-B59A-70DA63633904}" srcOrd="0" destOrd="0" presId="urn:microsoft.com/office/officeart/2005/8/layout/vList2"/>
    <dgm:cxn modelId="{9D88743E-1E5C-4495-931F-9D39FC4AF7AA}" type="presParOf" srcId="{2FF38E00-95E8-4785-B774-517CFCEAD36E}" destId="{4A236E3B-AA69-415D-8DD6-5441A067AF72}" srcOrd="1" destOrd="0" presId="urn:microsoft.com/office/officeart/2005/8/layout/vList2"/>
    <dgm:cxn modelId="{49A53D69-30D1-4805-B8B5-144A7B96482E}" type="presParOf" srcId="{2FF38E00-95E8-4785-B774-517CFCEAD36E}" destId="{67F8FC05-EA0D-4EF0-B6FD-E4B14E034AA5}" srcOrd="2" destOrd="0" presId="urn:microsoft.com/office/officeart/2005/8/layout/vList2"/>
    <dgm:cxn modelId="{39D024BC-DBA1-4F95-BFCB-501CE130CA68}" type="presParOf" srcId="{2FF38E00-95E8-4785-B774-517CFCEAD36E}" destId="{20107793-A2C0-4510-9C19-623BC79B7C09}" srcOrd="3" destOrd="0" presId="urn:microsoft.com/office/officeart/2005/8/layout/vList2"/>
    <dgm:cxn modelId="{7503EB1E-9E20-45CC-B68D-2B3B7945398F}" type="presParOf" srcId="{2FF38E00-95E8-4785-B774-517CFCEAD36E}" destId="{360B6374-D82F-44FA-9C04-AB75576CBA2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732D670-A0D5-48A7-A77B-548A92008D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4CD36AC-38CB-4A1B-BC53-B92E9D973D81}">
      <dgm:prSet/>
      <dgm:spPr/>
      <dgm:t>
        <a:bodyPr/>
        <a:lstStyle/>
        <a:p>
          <a:r>
            <a:rPr lang="en-US"/>
            <a:t>$x = 5;</a:t>
          </a:r>
        </a:p>
      </dgm:t>
    </dgm:pt>
    <dgm:pt modelId="{86D109D0-68F7-4DDA-BCDC-ADF6A8EB7622}" type="parTrans" cxnId="{92448885-1700-464A-8844-30450B71EA89}">
      <dgm:prSet/>
      <dgm:spPr/>
      <dgm:t>
        <a:bodyPr/>
        <a:lstStyle/>
        <a:p>
          <a:endParaRPr lang="en-US"/>
        </a:p>
      </dgm:t>
    </dgm:pt>
    <dgm:pt modelId="{D094EAA0-9354-4EA6-A058-96936D080343}" type="sibTrans" cxnId="{92448885-1700-464A-8844-30450B71EA89}">
      <dgm:prSet/>
      <dgm:spPr/>
      <dgm:t>
        <a:bodyPr/>
        <a:lstStyle/>
        <a:p>
          <a:endParaRPr lang="en-US"/>
        </a:p>
      </dgm:t>
    </dgm:pt>
    <dgm:pt modelId="{5765C2F0-35E8-42F7-84C9-66DCD6D04858}">
      <dgm:prSet/>
      <dgm:spPr/>
      <dgm:t>
        <a:bodyPr/>
        <a:lstStyle/>
        <a:p>
          <a:r>
            <a:rPr lang="en-US"/>
            <a:t>$y = "John";</a:t>
          </a:r>
        </a:p>
      </dgm:t>
    </dgm:pt>
    <dgm:pt modelId="{83947732-AADF-4607-9B56-F48836C50BA7}" type="parTrans" cxnId="{E9805A67-ABE6-4FD5-B735-02D478DC2AE5}">
      <dgm:prSet/>
      <dgm:spPr/>
      <dgm:t>
        <a:bodyPr/>
        <a:lstStyle/>
        <a:p>
          <a:endParaRPr lang="en-US"/>
        </a:p>
      </dgm:t>
    </dgm:pt>
    <dgm:pt modelId="{82048493-5D25-47A3-A84B-5FD55482FCB3}" type="sibTrans" cxnId="{E9805A67-ABE6-4FD5-B735-02D478DC2AE5}">
      <dgm:prSet/>
      <dgm:spPr/>
      <dgm:t>
        <a:bodyPr/>
        <a:lstStyle/>
        <a:p>
          <a:endParaRPr lang="en-US"/>
        </a:p>
      </dgm:t>
    </dgm:pt>
    <dgm:pt modelId="{7B9BAC29-E4E0-4E1D-A9A8-FD5AB64B71CE}">
      <dgm:prSet/>
      <dgm:spPr/>
      <dgm:t>
        <a:bodyPr/>
        <a:lstStyle/>
        <a:p>
          <a:r>
            <a:rPr lang="en-US"/>
            <a:t>echo  “The name is $y and age is $x”;</a:t>
          </a:r>
        </a:p>
      </dgm:t>
    </dgm:pt>
    <dgm:pt modelId="{D552207A-EA74-4CDF-98DB-B71973E4F2FD}" type="parTrans" cxnId="{AFB367CD-8D60-41F3-862F-2A6A1780E9A7}">
      <dgm:prSet/>
      <dgm:spPr/>
      <dgm:t>
        <a:bodyPr/>
        <a:lstStyle/>
        <a:p>
          <a:endParaRPr lang="en-US"/>
        </a:p>
      </dgm:t>
    </dgm:pt>
    <dgm:pt modelId="{310BE448-FFE4-4ED0-ABD8-8235D19D4CA2}" type="sibTrans" cxnId="{AFB367CD-8D60-41F3-862F-2A6A1780E9A7}">
      <dgm:prSet/>
      <dgm:spPr/>
      <dgm:t>
        <a:bodyPr/>
        <a:lstStyle/>
        <a:p>
          <a:endParaRPr lang="en-US"/>
        </a:p>
      </dgm:t>
    </dgm:pt>
    <dgm:pt modelId="{F5A62FBD-E612-423A-BFC9-42DB1A2BF4FC}" type="pres">
      <dgm:prSet presAssocID="{6732D670-A0D5-48A7-A77B-548A92008D4B}" presName="linear" presStyleCnt="0">
        <dgm:presLayoutVars>
          <dgm:animLvl val="lvl"/>
          <dgm:resizeHandles val="exact"/>
        </dgm:presLayoutVars>
      </dgm:prSet>
      <dgm:spPr/>
    </dgm:pt>
    <dgm:pt modelId="{CA73CA58-E0B6-4707-BF21-138EEED3AFA1}" type="pres">
      <dgm:prSet presAssocID="{84CD36AC-38CB-4A1B-BC53-B92E9D973D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D0A7DA8-A303-4BCB-A2CB-C91702161710}" type="pres">
      <dgm:prSet presAssocID="{D094EAA0-9354-4EA6-A058-96936D080343}" presName="spacer" presStyleCnt="0"/>
      <dgm:spPr/>
    </dgm:pt>
    <dgm:pt modelId="{F77F3018-2F12-4A0F-9B8D-C5B652C35145}" type="pres">
      <dgm:prSet presAssocID="{5765C2F0-35E8-42F7-84C9-66DCD6D0485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A4DFD91-8A9F-480F-9B7C-35CEECAC6F95}" type="pres">
      <dgm:prSet presAssocID="{82048493-5D25-47A3-A84B-5FD55482FCB3}" presName="spacer" presStyleCnt="0"/>
      <dgm:spPr/>
    </dgm:pt>
    <dgm:pt modelId="{EC179546-C30C-4C64-B6D0-1BFD57CBB5F6}" type="pres">
      <dgm:prSet presAssocID="{7B9BAC29-E4E0-4E1D-A9A8-FD5AB64B71C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F61AB16-679A-4A3A-8BA7-3ABCD258F79C}" type="presOf" srcId="{6732D670-A0D5-48A7-A77B-548A92008D4B}" destId="{F5A62FBD-E612-423A-BFC9-42DB1A2BF4FC}" srcOrd="0" destOrd="0" presId="urn:microsoft.com/office/officeart/2005/8/layout/vList2"/>
    <dgm:cxn modelId="{62C9C13F-98EC-4C38-A0A0-15E869D15263}" type="presOf" srcId="{84CD36AC-38CB-4A1B-BC53-B92E9D973D81}" destId="{CA73CA58-E0B6-4707-BF21-138EEED3AFA1}" srcOrd="0" destOrd="0" presId="urn:microsoft.com/office/officeart/2005/8/layout/vList2"/>
    <dgm:cxn modelId="{CC9DB660-FA45-4821-8B14-680F4E525656}" type="presOf" srcId="{7B9BAC29-E4E0-4E1D-A9A8-FD5AB64B71CE}" destId="{EC179546-C30C-4C64-B6D0-1BFD57CBB5F6}" srcOrd="0" destOrd="0" presId="urn:microsoft.com/office/officeart/2005/8/layout/vList2"/>
    <dgm:cxn modelId="{E9805A67-ABE6-4FD5-B735-02D478DC2AE5}" srcId="{6732D670-A0D5-48A7-A77B-548A92008D4B}" destId="{5765C2F0-35E8-42F7-84C9-66DCD6D04858}" srcOrd="1" destOrd="0" parTransId="{83947732-AADF-4607-9B56-F48836C50BA7}" sibTransId="{82048493-5D25-47A3-A84B-5FD55482FCB3}"/>
    <dgm:cxn modelId="{92448885-1700-464A-8844-30450B71EA89}" srcId="{6732D670-A0D5-48A7-A77B-548A92008D4B}" destId="{84CD36AC-38CB-4A1B-BC53-B92E9D973D81}" srcOrd="0" destOrd="0" parTransId="{86D109D0-68F7-4DDA-BCDC-ADF6A8EB7622}" sibTransId="{D094EAA0-9354-4EA6-A058-96936D080343}"/>
    <dgm:cxn modelId="{015B4FCB-9CCD-45F5-A67F-35CF92B94E2B}" type="presOf" srcId="{5765C2F0-35E8-42F7-84C9-66DCD6D04858}" destId="{F77F3018-2F12-4A0F-9B8D-C5B652C35145}" srcOrd="0" destOrd="0" presId="urn:microsoft.com/office/officeart/2005/8/layout/vList2"/>
    <dgm:cxn modelId="{AFB367CD-8D60-41F3-862F-2A6A1780E9A7}" srcId="{6732D670-A0D5-48A7-A77B-548A92008D4B}" destId="{7B9BAC29-E4E0-4E1D-A9A8-FD5AB64B71CE}" srcOrd="2" destOrd="0" parTransId="{D552207A-EA74-4CDF-98DB-B71973E4F2FD}" sibTransId="{310BE448-FFE4-4ED0-ABD8-8235D19D4CA2}"/>
    <dgm:cxn modelId="{DBD87B0F-7EB4-4525-922A-D76E4E4E1901}" type="presParOf" srcId="{F5A62FBD-E612-423A-BFC9-42DB1A2BF4FC}" destId="{CA73CA58-E0B6-4707-BF21-138EEED3AFA1}" srcOrd="0" destOrd="0" presId="urn:microsoft.com/office/officeart/2005/8/layout/vList2"/>
    <dgm:cxn modelId="{CFC003BD-86BB-4FF3-8494-92BD858EB0A2}" type="presParOf" srcId="{F5A62FBD-E612-423A-BFC9-42DB1A2BF4FC}" destId="{ED0A7DA8-A303-4BCB-A2CB-C91702161710}" srcOrd="1" destOrd="0" presId="urn:microsoft.com/office/officeart/2005/8/layout/vList2"/>
    <dgm:cxn modelId="{AB440CF5-B4B4-42E2-8DAC-35BC59467BA0}" type="presParOf" srcId="{F5A62FBD-E612-423A-BFC9-42DB1A2BF4FC}" destId="{F77F3018-2F12-4A0F-9B8D-C5B652C35145}" srcOrd="2" destOrd="0" presId="urn:microsoft.com/office/officeart/2005/8/layout/vList2"/>
    <dgm:cxn modelId="{F12EA9B9-FFAC-4A94-9415-2C603A584344}" type="presParOf" srcId="{F5A62FBD-E612-423A-BFC9-42DB1A2BF4FC}" destId="{CA4DFD91-8A9F-480F-9B7C-35CEECAC6F95}" srcOrd="3" destOrd="0" presId="urn:microsoft.com/office/officeart/2005/8/layout/vList2"/>
    <dgm:cxn modelId="{26E04593-8634-4D13-8E63-96687CAC6828}" type="presParOf" srcId="{F5A62FBD-E612-423A-BFC9-42DB1A2BF4FC}" destId="{EC179546-C30C-4C64-B6D0-1BFD57CBB5F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5F9EE7-016A-4EFC-918A-BDE2B0476D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981C02-1479-40A5-A655-DA9BE2B8228E}">
      <dgm:prSet/>
      <dgm:spPr/>
      <dgm:t>
        <a:bodyPr/>
        <a:lstStyle/>
        <a:p>
          <a:r>
            <a:rPr lang="en-US"/>
            <a:t>In PHP, we have the following loop types:</a:t>
          </a:r>
        </a:p>
      </dgm:t>
    </dgm:pt>
    <dgm:pt modelId="{57BCCF5B-32C7-4AD1-91F7-DB18ED3DF19B}" type="parTrans" cxnId="{D9A3165E-852A-4EFC-90EA-3C535A0D88CE}">
      <dgm:prSet/>
      <dgm:spPr/>
      <dgm:t>
        <a:bodyPr/>
        <a:lstStyle/>
        <a:p>
          <a:endParaRPr lang="en-US"/>
        </a:p>
      </dgm:t>
    </dgm:pt>
    <dgm:pt modelId="{1FF7AE08-C83D-4A41-8AB0-AC72E2874323}" type="sibTrans" cxnId="{D9A3165E-852A-4EFC-90EA-3C535A0D88CE}">
      <dgm:prSet/>
      <dgm:spPr/>
      <dgm:t>
        <a:bodyPr/>
        <a:lstStyle/>
        <a:p>
          <a:endParaRPr lang="en-US"/>
        </a:p>
      </dgm:t>
    </dgm:pt>
    <dgm:pt modelId="{E6FC9962-5B73-4705-8874-32E15987E8E0}">
      <dgm:prSet/>
      <dgm:spPr/>
      <dgm:t>
        <a:bodyPr/>
        <a:lstStyle/>
        <a:p>
          <a:r>
            <a:rPr lang="en-US" b="1"/>
            <a:t>while </a:t>
          </a:r>
          <a:r>
            <a:rPr lang="en-US"/>
            <a:t>- loops through a block of code as long as the specified condition is true</a:t>
          </a:r>
        </a:p>
      </dgm:t>
    </dgm:pt>
    <dgm:pt modelId="{435FE86E-5387-4579-B066-72389E6E1C3B}" type="parTrans" cxnId="{2193F793-B16B-4376-AD5E-D37AFB103492}">
      <dgm:prSet/>
      <dgm:spPr/>
      <dgm:t>
        <a:bodyPr/>
        <a:lstStyle/>
        <a:p>
          <a:endParaRPr lang="en-US"/>
        </a:p>
      </dgm:t>
    </dgm:pt>
    <dgm:pt modelId="{8A7BA622-E9AF-40F1-ACF6-39347709F885}" type="sibTrans" cxnId="{2193F793-B16B-4376-AD5E-D37AFB103492}">
      <dgm:prSet/>
      <dgm:spPr/>
      <dgm:t>
        <a:bodyPr/>
        <a:lstStyle/>
        <a:p>
          <a:endParaRPr lang="en-US"/>
        </a:p>
      </dgm:t>
    </dgm:pt>
    <dgm:pt modelId="{2D7DAA92-3BE2-4E58-908D-866ED3A191A4}">
      <dgm:prSet/>
      <dgm:spPr/>
      <dgm:t>
        <a:bodyPr/>
        <a:lstStyle/>
        <a:p>
          <a:r>
            <a:rPr lang="en-US" b="1"/>
            <a:t>do...while </a:t>
          </a:r>
          <a:r>
            <a:rPr lang="en-US"/>
            <a:t>- loops through a block of code once, and then repeats the loop as long as the specified condition is true</a:t>
          </a:r>
        </a:p>
      </dgm:t>
    </dgm:pt>
    <dgm:pt modelId="{5EB0DA3B-0346-4654-9752-A8C816D7A354}" type="parTrans" cxnId="{FC53FEEF-7E49-4F2F-895B-000EC5ED5A1F}">
      <dgm:prSet/>
      <dgm:spPr/>
      <dgm:t>
        <a:bodyPr/>
        <a:lstStyle/>
        <a:p>
          <a:endParaRPr lang="en-US"/>
        </a:p>
      </dgm:t>
    </dgm:pt>
    <dgm:pt modelId="{C97F6C6D-02A0-4D4E-BFB0-7266D64A3B37}" type="sibTrans" cxnId="{FC53FEEF-7E49-4F2F-895B-000EC5ED5A1F}">
      <dgm:prSet/>
      <dgm:spPr/>
      <dgm:t>
        <a:bodyPr/>
        <a:lstStyle/>
        <a:p>
          <a:endParaRPr lang="en-US"/>
        </a:p>
      </dgm:t>
    </dgm:pt>
    <dgm:pt modelId="{2F6BC9BD-E871-49C8-AB69-8884F364CB28}">
      <dgm:prSet/>
      <dgm:spPr/>
      <dgm:t>
        <a:bodyPr/>
        <a:lstStyle/>
        <a:p>
          <a:r>
            <a:rPr lang="en-US" b="1"/>
            <a:t>for</a:t>
          </a:r>
          <a:r>
            <a:rPr lang="en-US"/>
            <a:t> - loops through a block of code a specified number of times</a:t>
          </a:r>
        </a:p>
      </dgm:t>
    </dgm:pt>
    <dgm:pt modelId="{4CD5E561-037C-4A0F-AAEA-BC752F7C7673}" type="parTrans" cxnId="{9796677D-E8AB-4C29-AE83-648B0E07CBD8}">
      <dgm:prSet/>
      <dgm:spPr/>
      <dgm:t>
        <a:bodyPr/>
        <a:lstStyle/>
        <a:p>
          <a:endParaRPr lang="en-US"/>
        </a:p>
      </dgm:t>
    </dgm:pt>
    <dgm:pt modelId="{B3DEB453-ABAB-4CFC-B49C-1C4E50DB2C70}" type="sibTrans" cxnId="{9796677D-E8AB-4C29-AE83-648B0E07CBD8}">
      <dgm:prSet/>
      <dgm:spPr/>
      <dgm:t>
        <a:bodyPr/>
        <a:lstStyle/>
        <a:p>
          <a:endParaRPr lang="en-US"/>
        </a:p>
      </dgm:t>
    </dgm:pt>
    <dgm:pt modelId="{B334CB0B-732F-43E8-BCA7-6D1C6010560B}">
      <dgm:prSet/>
      <dgm:spPr/>
      <dgm:t>
        <a:bodyPr/>
        <a:lstStyle/>
        <a:p>
          <a:r>
            <a:rPr lang="en-US"/>
            <a:t>foreach - loops through a block of code for each element in an array</a:t>
          </a:r>
        </a:p>
      </dgm:t>
    </dgm:pt>
    <dgm:pt modelId="{5C20796C-15E0-4574-AE0D-B789AFA17EE3}" type="parTrans" cxnId="{B55BBC92-5858-43DC-8489-FC2896C7EF4C}">
      <dgm:prSet/>
      <dgm:spPr/>
      <dgm:t>
        <a:bodyPr/>
        <a:lstStyle/>
        <a:p>
          <a:endParaRPr lang="en-US"/>
        </a:p>
      </dgm:t>
    </dgm:pt>
    <dgm:pt modelId="{A513F089-C928-4F2A-881F-E1F8366D6E3E}" type="sibTrans" cxnId="{B55BBC92-5858-43DC-8489-FC2896C7EF4C}">
      <dgm:prSet/>
      <dgm:spPr/>
      <dgm:t>
        <a:bodyPr/>
        <a:lstStyle/>
        <a:p>
          <a:endParaRPr lang="en-US"/>
        </a:p>
      </dgm:t>
    </dgm:pt>
    <dgm:pt modelId="{E6D1A435-DFD1-4F47-9718-998A09DA894C}" type="pres">
      <dgm:prSet presAssocID="{185F9EE7-016A-4EFC-918A-BDE2B0476DD9}" presName="linear" presStyleCnt="0">
        <dgm:presLayoutVars>
          <dgm:animLvl val="lvl"/>
          <dgm:resizeHandles val="exact"/>
        </dgm:presLayoutVars>
      </dgm:prSet>
      <dgm:spPr/>
    </dgm:pt>
    <dgm:pt modelId="{1E5E7F1F-A15C-4E51-81B2-7E9F46C38B1F}" type="pres">
      <dgm:prSet presAssocID="{DD981C02-1479-40A5-A655-DA9BE2B8228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B71B020-E691-46AE-9C04-DD49F2C3156F}" type="pres">
      <dgm:prSet presAssocID="{1FF7AE08-C83D-4A41-8AB0-AC72E2874323}" presName="spacer" presStyleCnt="0"/>
      <dgm:spPr/>
    </dgm:pt>
    <dgm:pt modelId="{85D6ED0F-F183-40BE-8236-029790CF49DE}" type="pres">
      <dgm:prSet presAssocID="{E6FC9962-5B73-4705-8874-32E15987E8E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4D15D6A-3711-4274-A53C-C995AE08B192}" type="pres">
      <dgm:prSet presAssocID="{8A7BA622-E9AF-40F1-ACF6-39347709F885}" presName="spacer" presStyleCnt="0"/>
      <dgm:spPr/>
    </dgm:pt>
    <dgm:pt modelId="{254BBC1E-271A-4D09-82FD-E5719F3FA2C0}" type="pres">
      <dgm:prSet presAssocID="{2D7DAA92-3BE2-4E58-908D-866ED3A191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A6DAEBD-1968-46E1-B1FB-39977BCF48AD}" type="pres">
      <dgm:prSet presAssocID="{C97F6C6D-02A0-4D4E-BFB0-7266D64A3B37}" presName="spacer" presStyleCnt="0"/>
      <dgm:spPr/>
    </dgm:pt>
    <dgm:pt modelId="{7C3526C4-BC66-47D7-B047-B48C0825A6C4}" type="pres">
      <dgm:prSet presAssocID="{2F6BC9BD-E871-49C8-AB69-8884F364CB2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1A89CB2-1D69-417F-AA8A-C4E302961022}" type="pres">
      <dgm:prSet presAssocID="{B3DEB453-ABAB-4CFC-B49C-1C4E50DB2C70}" presName="spacer" presStyleCnt="0"/>
      <dgm:spPr/>
    </dgm:pt>
    <dgm:pt modelId="{A9912D6E-4750-4BA8-AC34-5743FA229236}" type="pres">
      <dgm:prSet presAssocID="{B334CB0B-732F-43E8-BCA7-6D1C6010560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BFA655C-A957-4CB2-A9F5-4EE74825C5B5}" type="presOf" srcId="{2D7DAA92-3BE2-4E58-908D-866ED3A191A4}" destId="{254BBC1E-271A-4D09-82FD-E5719F3FA2C0}" srcOrd="0" destOrd="0" presId="urn:microsoft.com/office/officeart/2005/8/layout/vList2"/>
    <dgm:cxn modelId="{D9A3165E-852A-4EFC-90EA-3C535A0D88CE}" srcId="{185F9EE7-016A-4EFC-918A-BDE2B0476DD9}" destId="{DD981C02-1479-40A5-A655-DA9BE2B8228E}" srcOrd="0" destOrd="0" parTransId="{57BCCF5B-32C7-4AD1-91F7-DB18ED3DF19B}" sibTransId="{1FF7AE08-C83D-4A41-8AB0-AC72E2874323}"/>
    <dgm:cxn modelId="{9C875B68-7571-4D1A-83B6-43056D18E766}" type="presOf" srcId="{B334CB0B-732F-43E8-BCA7-6D1C6010560B}" destId="{A9912D6E-4750-4BA8-AC34-5743FA229236}" srcOrd="0" destOrd="0" presId="urn:microsoft.com/office/officeart/2005/8/layout/vList2"/>
    <dgm:cxn modelId="{45D21E77-3FCD-4AFA-9849-BC879CC4BB96}" type="presOf" srcId="{2F6BC9BD-E871-49C8-AB69-8884F364CB28}" destId="{7C3526C4-BC66-47D7-B047-B48C0825A6C4}" srcOrd="0" destOrd="0" presId="urn:microsoft.com/office/officeart/2005/8/layout/vList2"/>
    <dgm:cxn modelId="{9796677D-E8AB-4C29-AE83-648B0E07CBD8}" srcId="{185F9EE7-016A-4EFC-918A-BDE2B0476DD9}" destId="{2F6BC9BD-E871-49C8-AB69-8884F364CB28}" srcOrd="3" destOrd="0" parTransId="{4CD5E561-037C-4A0F-AAEA-BC752F7C7673}" sibTransId="{B3DEB453-ABAB-4CFC-B49C-1C4E50DB2C70}"/>
    <dgm:cxn modelId="{AE710882-1662-441B-8384-D4EB44406307}" type="presOf" srcId="{E6FC9962-5B73-4705-8874-32E15987E8E0}" destId="{85D6ED0F-F183-40BE-8236-029790CF49DE}" srcOrd="0" destOrd="0" presId="urn:microsoft.com/office/officeart/2005/8/layout/vList2"/>
    <dgm:cxn modelId="{13654F8B-1DAE-4D2C-8853-02F1D480EA45}" type="presOf" srcId="{185F9EE7-016A-4EFC-918A-BDE2B0476DD9}" destId="{E6D1A435-DFD1-4F47-9718-998A09DA894C}" srcOrd="0" destOrd="0" presId="urn:microsoft.com/office/officeart/2005/8/layout/vList2"/>
    <dgm:cxn modelId="{B55BBC92-5858-43DC-8489-FC2896C7EF4C}" srcId="{185F9EE7-016A-4EFC-918A-BDE2B0476DD9}" destId="{B334CB0B-732F-43E8-BCA7-6D1C6010560B}" srcOrd="4" destOrd="0" parTransId="{5C20796C-15E0-4574-AE0D-B789AFA17EE3}" sibTransId="{A513F089-C928-4F2A-881F-E1F8366D6E3E}"/>
    <dgm:cxn modelId="{2193F793-B16B-4376-AD5E-D37AFB103492}" srcId="{185F9EE7-016A-4EFC-918A-BDE2B0476DD9}" destId="{E6FC9962-5B73-4705-8874-32E15987E8E0}" srcOrd="1" destOrd="0" parTransId="{435FE86E-5387-4579-B066-72389E6E1C3B}" sibTransId="{8A7BA622-E9AF-40F1-ACF6-39347709F885}"/>
    <dgm:cxn modelId="{B32978AE-633C-48DB-84A6-038F64F4DD33}" type="presOf" srcId="{DD981C02-1479-40A5-A655-DA9BE2B8228E}" destId="{1E5E7F1F-A15C-4E51-81B2-7E9F46C38B1F}" srcOrd="0" destOrd="0" presId="urn:microsoft.com/office/officeart/2005/8/layout/vList2"/>
    <dgm:cxn modelId="{FC53FEEF-7E49-4F2F-895B-000EC5ED5A1F}" srcId="{185F9EE7-016A-4EFC-918A-BDE2B0476DD9}" destId="{2D7DAA92-3BE2-4E58-908D-866ED3A191A4}" srcOrd="2" destOrd="0" parTransId="{5EB0DA3B-0346-4654-9752-A8C816D7A354}" sibTransId="{C97F6C6D-02A0-4D4E-BFB0-7266D64A3B37}"/>
    <dgm:cxn modelId="{C217F512-7803-4D43-A112-BFC1701A9925}" type="presParOf" srcId="{E6D1A435-DFD1-4F47-9718-998A09DA894C}" destId="{1E5E7F1F-A15C-4E51-81B2-7E9F46C38B1F}" srcOrd="0" destOrd="0" presId="urn:microsoft.com/office/officeart/2005/8/layout/vList2"/>
    <dgm:cxn modelId="{7E6D1F35-4095-4A0C-81DB-995D9248D2AF}" type="presParOf" srcId="{E6D1A435-DFD1-4F47-9718-998A09DA894C}" destId="{8B71B020-E691-46AE-9C04-DD49F2C3156F}" srcOrd="1" destOrd="0" presId="urn:microsoft.com/office/officeart/2005/8/layout/vList2"/>
    <dgm:cxn modelId="{7985F83F-649A-4E4E-9D02-D711552C73F9}" type="presParOf" srcId="{E6D1A435-DFD1-4F47-9718-998A09DA894C}" destId="{85D6ED0F-F183-40BE-8236-029790CF49DE}" srcOrd="2" destOrd="0" presId="urn:microsoft.com/office/officeart/2005/8/layout/vList2"/>
    <dgm:cxn modelId="{6F20CAE7-96BD-49A2-B75F-21BD0049E8C3}" type="presParOf" srcId="{E6D1A435-DFD1-4F47-9718-998A09DA894C}" destId="{44D15D6A-3711-4274-A53C-C995AE08B192}" srcOrd="3" destOrd="0" presId="urn:microsoft.com/office/officeart/2005/8/layout/vList2"/>
    <dgm:cxn modelId="{0CCB955E-71D0-42E8-B856-ED20BEC24BE6}" type="presParOf" srcId="{E6D1A435-DFD1-4F47-9718-998A09DA894C}" destId="{254BBC1E-271A-4D09-82FD-E5719F3FA2C0}" srcOrd="4" destOrd="0" presId="urn:microsoft.com/office/officeart/2005/8/layout/vList2"/>
    <dgm:cxn modelId="{8DF81097-E221-4EF0-9FF4-851D076A47C0}" type="presParOf" srcId="{E6D1A435-DFD1-4F47-9718-998A09DA894C}" destId="{2A6DAEBD-1968-46E1-B1FB-39977BCF48AD}" srcOrd="5" destOrd="0" presId="urn:microsoft.com/office/officeart/2005/8/layout/vList2"/>
    <dgm:cxn modelId="{C1D89FE0-A6D9-4E06-B795-2E1C8C0F8F23}" type="presParOf" srcId="{E6D1A435-DFD1-4F47-9718-998A09DA894C}" destId="{7C3526C4-BC66-47D7-B047-B48C0825A6C4}" srcOrd="6" destOrd="0" presId="urn:microsoft.com/office/officeart/2005/8/layout/vList2"/>
    <dgm:cxn modelId="{FB0D5724-9F6B-49C0-BC3C-B43452771C72}" type="presParOf" srcId="{E6D1A435-DFD1-4F47-9718-998A09DA894C}" destId="{01A89CB2-1D69-417F-AA8A-C4E302961022}" srcOrd="7" destOrd="0" presId="urn:microsoft.com/office/officeart/2005/8/layout/vList2"/>
    <dgm:cxn modelId="{AEC52377-24D0-482C-A242-85FC700444A8}" type="presParOf" srcId="{E6D1A435-DFD1-4F47-9718-998A09DA894C}" destId="{A9912D6E-4750-4BA8-AC34-5743FA22923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058DFD-7D18-4964-93F8-8111C083D2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473149-6E73-4C04-80F4-60E0CEAD18A3}">
      <dgm:prSet/>
      <dgm:spPr/>
      <dgm:t>
        <a:bodyPr/>
        <a:lstStyle/>
        <a:p>
          <a:r>
            <a:rPr lang="en-US"/>
            <a:t>for ($x = 0; $x &lt;= 10; $x++) {</a:t>
          </a:r>
        </a:p>
      </dgm:t>
    </dgm:pt>
    <dgm:pt modelId="{FED11FEB-A7FF-4CA2-8CA8-601D59B3F1E9}" type="parTrans" cxnId="{1505E666-25FE-4CD8-894A-1B91EC579578}">
      <dgm:prSet/>
      <dgm:spPr/>
      <dgm:t>
        <a:bodyPr/>
        <a:lstStyle/>
        <a:p>
          <a:endParaRPr lang="en-US"/>
        </a:p>
      </dgm:t>
    </dgm:pt>
    <dgm:pt modelId="{A8153A92-125D-4317-8917-F5E27D341A5C}" type="sibTrans" cxnId="{1505E666-25FE-4CD8-894A-1B91EC579578}">
      <dgm:prSet/>
      <dgm:spPr/>
      <dgm:t>
        <a:bodyPr/>
        <a:lstStyle/>
        <a:p>
          <a:endParaRPr lang="en-US"/>
        </a:p>
      </dgm:t>
    </dgm:pt>
    <dgm:pt modelId="{D6533A94-E213-4533-9232-3A276E409F5F}">
      <dgm:prSet/>
      <dgm:spPr/>
      <dgm:t>
        <a:bodyPr/>
        <a:lstStyle/>
        <a:p>
          <a:r>
            <a:rPr lang="en-US"/>
            <a:t>echo "The number is: $x &lt;br&gt;";</a:t>
          </a:r>
        </a:p>
      </dgm:t>
    </dgm:pt>
    <dgm:pt modelId="{0697E799-5291-448E-9A65-DE62241261F5}" type="parTrans" cxnId="{319FECAF-9732-447A-9547-A25A31DC3D59}">
      <dgm:prSet/>
      <dgm:spPr/>
      <dgm:t>
        <a:bodyPr/>
        <a:lstStyle/>
        <a:p>
          <a:endParaRPr lang="en-US"/>
        </a:p>
      </dgm:t>
    </dgm:pt>
    <dgm:pt modelId="{4EE328AA-EBEA-4E4C-A386-CA0F7BC1AE05}" type="sibTrans" cxnId="{319FECAF-9732-447A-9547-A25A31DC3D59}">
      <dgm:prSet/>
      <dgm:spPr/>
      <dgm:t>
        <a:bodyPr/>
        <a:lstStyle/>
        <a:p>
          <a:endParaRPr lang="en-US"/>
        </a:p>
      </dgm:t>
    </dgm:pt>
    <dgm:pt modelId="{C5EAD20D-9705-4B65-8C50-C8F687C5416E}">
      <dgm:prSet/>
      <dgm:spPr/>
      <dgm:t>
        <a:bodyPr/>
        <a:lstStyle/>
        <a:p>
          <a:r>
            <a:rPr lang="en-US"/>
            <a:t>}</a:t>
          </a:r>
        </a:p>
      </dgm:t>
    </dgm:pt>
    <dgm:pt modelId="{59E4E168-6312-47B7-B9E1-51B34D5C75A0}" type="parTrans" cxnId="{1A71B157-7DBB-4961-B2C5-B73247CCD16F}">
      <dgm:prSet/>
      <dgm:spPr/>
      <dgm:t>
        <a:bodyPr/>
        <a:lstStyle/>
        <a:p>
          <a:endParaRPr lang="en-US"/>
        </a:p>
      </dgm:t>
    </dgm:pt>
    <dgm:pt modelId="{4B9B8920-45CB-41E6-AF7B-05768EF1E29D}" type="sibTrans" cxnId="{1A71B157-7DBB-4961-B2C5-B73247CCD16F}">
      <dgm:prSet/>
      <dgm:spPr/>
      <dgm:t>
        <a:bodyPr/>
        <a:lstStyle/>
        <a:p>
          <a:endParaRPr lang="en-US"/>
        </a:p>
      </dgm:t>
    </dgm:pt>
    <dgm:pt modelId="{AE8CE4C4-4316-4085-B94D-B9E0581E74D4}">
      <dgm:prSet/>
      <dgm:spPr/>
      <dgm:t>
        <a:bodyPr/>
        <a:lstStyle/>
        <a:p>
          <a:r>
            <a:rPr lang="en-US"/>
            <a:t>$colors = array("red", "green", "blue", "yellow");</a:t>
          </a:r>
        </a:p>
      </dgm:t>
    </dgm:pt>
    <dgm:pt modelId="{81CEE5D2-643C-4AF5-A14D-DAD661F7F999}" type="parTrans" cxnId="{EA1801AA-EE3F-4988-8BE9-8368079FFCF1}">
      <dgm:prSet/>
      <dgm:spPr/>
      <dgm:t>
        <a:bodyPr/>
        <a:lstStyle/>
        <a:p>
          <a:endParaRPr lang="en-US"/>
        </a:p>
      </dgm:t>
    </dgm:pt>
    <dgm:pt modelId="{6AB32DD9-1A51-426F-BE99-5520D787F5B2}" type="sibTrans" cxnId="{EA1801AA-EE3F-4988-8BE9-8368079FFCF1}">
      <dgm:prSet/>
      <dgm:spPr/>
      <dgm:t>
        <a:bodyPr/>
        <a:lstStyle/>
        <a:p>
          <a:endParaRPr lang="en-US"/>
        </a:p>
      </dgm:t>
    </dgm:pt>
    <dgm:pt modelId="{BBF678F1-D2BD-4D3B-B4BA-06E868EE2BC7}">
      <dgm:prSet/>
      <dgm:spPr/>
      <dgm:t>
        <a:bodyPr/>
        <a:lstStyle/>
        <a:p>
          <a:r>
            <a:rPr lang="en-US"/>
            <a:t>foreach ($colors as $x) {</a:t>
          </a:r>
        </a:p>
      </dgm:t>
    </dgm:pt>
    <dgm:pt modelId="{90DA131A-6CE9-4DEA-A4B7-6192FD4A673B}" type="parTrans" cxnId="{9147CFE5-0D78-4BF2-BA24-338432C10767}">
      <dgm:prSet/>
      <dgm:spPr/>
      <dgm:t>
        <a:bodyPr/>
        <a:lstStyle/>
        <a:p>
          <a:endParaRPr lang="en-US"/>
        </a:p>
      </dgm:t>
    </dgm:pt>
    <dgm:pt modelId="{2692688C-26D7-4C5B-BEE3-535B8507E981}" type="sibTrans" cxnId="{9147CFE5-0D78-4BF2-BA24-338432C10767}">
      <dgm:prSet/>
      <dgm:spPr/>
      <dgm:t>
        <a:bodyPr/>
        <a:lstStyle/>
        <a:p>
          <a:endParaRPr lang="en-US"/>
        </a:p>
      </dgm:t>
    </dgm:pt>
    <dgm:pt modelId="{F4E16D2C-EBE5-4530-BAC4-6F646454A5A4}">
      <dgm:prSet/>
      <dgm:spPr/>
      <dgm:t>
        <a:bodyPr/>
        <a:lstStyle/>
        <a:p>
          <a:r>
            <a:rPr lang="en-US"/>
            <a:t>echo "$x &lt;br&gt;";</a:t>
          </a:r>
        </a:p>
      </dgm:t>
    </dgm:pt>
    <dgm:pt modelId="{BC353168-B708-4A48-A650-3224210D4521}" type="parTrans" cxnId="{07CEEF34-00D1-4501-9DF3-EEE2DBC02638}">
      <dgm:prSet/>
      <dgm:spPr/>
      <dgm:t>
        <a:bodyPr/>
        <a:lstStyle/>
        <a:p>
          <a:endParaRPr lang="en-US"/>
        </a:p>
      </dgm:t>
    </dgm:pt>
    <dgm:pt modelId="{00971D06-86FC-4396-975F-725B0603C7D1}" type="sibTrans" cxnId="{07CEEF34-00D1-4501-9DF3-EEE2DBC02638}">
      <dgm:prSet/>
      <dgm:spPr/>
      <dgm:t>
        <a:bodyPr/>
        <a:lstStyle/>
        <a:p>
          <a:endParaRPr lang="en-US"/>
        </a:p>
      </dgm:t>
    </dgm:pt>
    <dgm:pt modelId="{5E323120-3230-4110-BCA5-BF938170F0F0}">
      <dgm:prSet/>
      <dgm:spPr/>
      <dgm:t>
        <a:bodyPr/>
        <a:lstStyle/>
        <a:p>
          <a:r>
            <a:rPr lang="en-US"/>
            <a:t>}</a:t>
          </a:r>
        </a:p>
      </dgm:t>
    </dgm:pt>
    <dgm:pt modelId="{1991ECCC-5BCF-4C52-8632-FB38F5517512}" type="parTrans" cxnId="{B33E08C6-0478-46DC-B342-60B21C537D48}">
      <dgm:prSet/>
      <dgm:spPr/>
      <dgm:t>
        <a:bodyPr/>
        <a:lstStyle/>
        <a:p>
          <a:endParaRPr lang="en-US"/>
        </a:p>
      </dgm:t>
    </dgm:pt>
    <dgm:pt modelId="{84E9D6DE-E39C-421F-9912-A8EAAF012BBD}" type="sibTrans" cxnId="{B33E08C6-0478-46DC-B342-60B21C537D48}">
      <dgm:prSet/>
      <dgm:spPr/>
      <dgm:t>
        <a:bodyPr/>
        <a:lstStyle/>
        <a:p>
          <a:endParaRPr lang="en-US"/>
        </a:p>
      </dgm:t>
    </dgm:pt>
    <dgm:pt modelId="{86BF16CE-0B2C-42F5-B167-A1119E4DB5E6}" type="pres">
      <dgm:prSet presAssocID="{BC058DFD-7D18-4964-93F8-8111C083D21B}" presName="linear" presStyleCnt="0">
        <dgm:presLayoutVars>
          <dgm:animLvl val="lvl"/>
          <dgm:resizeHandles val="exact"/>
        </dgm:presLayoutVars>
      </dgm:prSet>
      <dgm:spPr/>
    </dgm:pt>
    <dgm:pt modelId="{0B913F19-3916-4DA7-9EF7-C72B647BECE3}" type="pres">
      <dgm:prSet presAssocID="{D8473149-6E73-4C04-80F4-60E0CEAD18A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F6B27507-6996-4546-9C6E-E9D035E3E6B6}" type="pres">
      <dgm:prSet presAssocID="{A8153A92-125D-4317-8917-F5E27D341A5C}" presName="spacer" presStyleCnt="0"/>
      <dgm:spPr/>
    </dgm:pt>
    <dgm:pt modelId="{F9BB5268-ACE9-4F7E-9B0E-44C8DE1B82CB}" type="pres">
      <dgm:prSet presAssocID="{D6533A94-E213-4533-9232-3A276E409F5F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99C1BD9-251E-4677-8D6F-81F35E330AFF}" type="pres">
      <dgm:prSet presAssocID="{4EE328AA-EBEA-4E4C-A386-CA0F7BC1AE05}" presName="spacer" presStyleCnt="0"/>
      <dgm:spPr/>
    </dgm:pt>
    <dgm:pt modelId="{037AACF0-C58D-4BD4-B4D8-2654DA6CB458}" type="pres">
      <dgm:prSet presAssocID="{C5EAD20D-9705-4B65-8C50-C8F687C5416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4EF6CFA-0263-4B4B-91E9-9548B5D71BA0}" type="pres">
      <dgm:prSet presAssocID="{4B9B8920-45CB-41E6-AF7B-05768EF1E29D}" presName="spacer" presStyleCnt="0"/>
      <dgm:spPr/>
    </dgm:pt>
    <dgm:pt modelId="{4D89ADDE-2447-4EAE-83EF-F6D927AC7309}" type="pres">
      <dgm:prSet presAssocID="{AE8CE4C4-4316-4085-B94D-B9E0581E74D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B191C0C4-D075-415B-B1F1-41026FB48C9D}" type="pres">
      <dgm:prSet presAssocID="{6AB32DD9-1A51-426F-BE99-5520D787F5B2}" presName="spacer" presStyleCnt="0"/>
      <dgm:spPr/>
    </dgm:pt>
    <dgm:pt modelId="{75D6CC66-890C-4207-8BA2-6878EDE7E0DF}" type="pres">
      <dgm:prSet presAssocID="{BBF678F1-D2BD-4D3B-B4BA-06E868EE2BC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9E9423B4-1BD4-4783-A27B-2991E74B5170}" type="pres">
      <dgm:prSet presAssocID="{2692688C-26D7-4C5B-BEE3-535B8507E981}" presName="spacer" presStyleCnt="0"/>
      <dgm:spPr/>
    </dgm:pt>
    <dgm:pt modelId="{EEF5D114-FC6C-491F-99A3-3D73596C0F10}" type="pres">
      <dgm:prSet presAssocID="{F4E16D2C-EBE5-4530-BAC4-6F646454A5A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579B118-D5D1-488B-9514-12DF6DFBD2C2}" type="pres">
      <dgm:prSet presAssocID="{00971D06-86FC-4396-975F-725B0603C7D1}" presName="spacer" presStyleCnt="0"/>
      <dgm:spPr/>
    </dgm:pt>
    <dgm:pt modelId="{62C69B0F-87CA-42F4-A152-D52ACB4F57F4}" type="pres">
      <dgm:prSet presAssocID="{5E323120-3230-4110-BCA5-BF938170F0F0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8628427-2530-453A-97E1-31681E054DC0}" type="presOf" srcId="{BC058DFD-7D18-4964-93F8-8111C083D21B}" destId="{86BF16CE-0B2C-42F5-B167-A1119E4DB5E6}" srcOrd="0" destOrd="0" presId="urn:microsoft.com/office/officeart/2005/8/layout/vList2"/>
    <dgm:cxn modelId="{07CEEF34-00D1-4501-9DF3-EEE2DBC02638}" srcId="{BC058DFD-7D18-4964-93F8-8111C083D21B}" destId="{F4E16D2C-EBE5-4530-BAC4-6F646454A5A4}" srcOrd="5" destOrd="0" parTransId="{BC353168-B708-4A48-A650-3224210D4521}" sibTransId="{00971D06-86FC-4396-975F-725B0603C7D1}"/>
    <dgm:cxn modelId="{1505E666-25FE-4CD8-894A-1B91EC579578}" srcId="{BC058DFD-7D18-4964-93F8-8111C083D21B}" destId="{D8473149-6E73-4C04-80F4-60E0CEAD18A3}" srcOrd="0" destOrd="0" parTransId="{FED11FEB-A7FF-4CA2-8CA8-601D59B3F1E9}" sibTransId="{A8153A92-125D-4317-8917-F5E27D341A5C}"/>
    <dgm:cxn modelId="{1A71B157-7DBB-4961-B2C5-B73247CCD16F}" srcId="{BC058DFD-7D18-4964-93F8-8111C083D21B}" destId="{C5EAD20D-9705-4B65-8C50-C8F687C5416E}" srcOrd="2" destOrd="0" parTransId="{59E4E168-6312-47B7-B9E1-51B34D5C75A0}" sibTransId="{4B9B8920-45CB-41E6-AF7B-05768EF1E29D}"/>
    <dgm:cxn modelId="{5DBCDE7B-C70C-40DA-A278-A7324E50FE04}" type="presOf" srcId="{BBF678F1-D2BD-4D3B-B4BA-06E868EE2BC7}" destId="{75D6CC66-890C-4207-8BA2-6878EDE7E0DF}" srcOrd="0" destOrd="0" presId="urn:microsoft.com/office/officeart/2005/8/layout/vList2"/>
    <dgm:cxn modelId="{4F88B19A-6AD9-4AD9-B6DB-B067D11D9309}" type="presOf" srcId="{D8473149-6E73-4C04-80F4-60E0CEAD18A3}" destId="{0B913F19-3916-4DA7-9EF7-C72B647BECE3}" srcOrd="0" destOrd="0" presId="urn:microsoft.com/office/officeart/2005/8/layout/vList2"/>
    <dgm:cxn modelId="{EA1801AA-EE3F-4988-8BE9-8368079FFCF1}" srcId="{BC058DFD-7D18-4964-93F8-8111C083D21B}" destId="{AE8CE4C4-4316-4085-B94D-B9E0581E74D4}" srcOrd="3" destOrd="0" parTransId="{81CEE5D2-643C-4AF5-A14D-DAD661F7F999}" sibTransId="{6AB32DD9-1A51-426F-BE99-5520D787F5B2}"/>
    <dgm:cxn modelId="{319FECAF-9732-447A-9547-A25A31DC3D59}" srcId="{BC058DFD-7D18-4964-93F8-8111C083D21B}" destId="{D6533A94-E213-4533-9232-3A276E409F5F}" srcOrd="1" destOrd="0" parTransId="{0697E799-5291-448E-9A65-DE62241261F5}" sibTransId="{4EE328AA-EBEA-4E4C-A386-CA0F7BC1AE05}"/>
    <dgm:cxn modelId="{C578D7C1-5A4E-4234-96DA-BC32E748060B}" type="presOf" srcId="{D6533A94-E213-4533-9232-3A276E409F5F}" destId="{F9BB5268-ACE9-4F7E-9B0E-44C8DE1B82CB}" srcOrd="0" destOrd="0" presId="urn:microsoft.com/office/officeart/2005/8/layout/vList2"/>
    <dgm:cxn modelId="{F36759C2-FE02-47C6-B587-9E80F8E5AF93}" type="presOf" srcId="{AE8CE4C4-4316-4085-B94D-B9E0581E74D4}" destId="{4D89ADDE-2447-4EAE-83EF-F6D927AC7309}" srcOrd="0" destOrd="0" presId="urn:microsoft.com/office/officeart/2005/8/layout/vList2"/>
    <dgm:cxn modelId="{B33E08C6-0478-46DC-B342-60B21C537D48}" srcId="{BC058DFD-7D18-4964-93F8-8111C083D21B}" destId="{5E323120-3230-4110-BCA5-BF938170F0F0}" srcOrd="6" destOrd="0" parTransId="{1991ECCC-5BCF-4C52-8632-FB38F5517512}" sibTransId="{84E9D6DE-E39C-421F-9912-A8EAAF012BBD}"/>
    <dgm:cxn modelId="{C7D7B8CF-51EB-4A1C-923F-CD5AEBC8F6A2}" type="presOf" srcId="{F4E16D2C-EBE5-4530-BAC4-6F646454A5A4}" destId="{EEF5D114-FC6C-491F-99A3-3D73596C0F10}" srcOrd="0" destOrd="0" presId="urn:microsoft.com/office/officeart/2005/8/layout/vList2"/>
    <dgm:cxn modelId="{9147CFE5-0D78-4BF2-BA24-338432C10767}" srcId="{BC058DFD-7D18-4964-93F8-8111C083D21B}" destId="{BBF678F1-D2BD-4D3B-B4BA-06E868EE2BC7}" srcOrd="4" destOrd="0" parTransId="{90DA131A-6CE9-4DEA-A4B7-6192FD4A673B}" sibTransId="{2692688C-26D7-4C5B-BEE3-535B8507E981}"/>
    <dgm:cxn modelId="{5C6D9BEC-8F0C-447D-BC16-D0D1919BDA71}" type="presOf" srcId="{C5EAD20D-9705-4B65-8C50-C8F687C5416E}" destId="{037AACF0-C58D-4BD4-B4D8-2654DA6CB458}" srcOrd="0" destOrd="0" presId="urn:microsoft.com/office/officeart/2005/8/layout/vList2"/>
    <dgm:cxn modelId="{57A761F5-F32E-4011-9F41-7F3B08A9BC0C}" type="presOf" srcId="{5E323120-3230-4110-BCA5-BF938170F0F0}" destId="{62C69B0F-87CA-42F4-A152-D52ACB4F57F4}" srcOrd="0" destOrd="0" presId="urn:microsoft.com/office/officeart/2005/8/layout/vList2"/>
    <dgm:cxn modelId="{CAB209F4-59D5-464A-95E9-5EE0564A9682}" type="presParOf" srcId="{86BF16CE-0B2C-42F5-B167-A1119E4DB5E6}" destId="{0B913F19-3916-4DA7-9EF7-C72B647BECE3}" srcOrd="0" destOrd="0" presId="urn:microsoft.com/office/officeart/2005/8/layout/vList2"/>
    <dgm:cxn modelId="{D4D3D87D-A189-43E6-97AA-D985E1D42F7E}" type="presParOf" srcId="{86BF16CE-0B2C-42F5-B167-A1119E4DB5E6}" destId="{F6B27507-6996-4546-9C6E-E9D035E3E6B6}" srcOrd="1" destOrd="0" presId="urn:microsoft.com/office/officeart/2005/8/layout/vList2"/>
    <dgm:cxn modelId="{F4688356-1C1E-44DE-AFA4-1FC94282BB17}" type="presParOf" srcId="{86BF16CE-0B2C-42F5-B167-A1119E4DB5E6}" destId="{F9BB5268-ACE9-4F7E-9B0E-44C8DE1B82CB}" srcOrd="2" destOrd="0" presId="urn:microsoft.com/office/officeart/2005/8/layout/vList2"/>
    <dgm:cxn modelId="{48F73250-766B-41ED-AA6E-095900B218B6}" type="presParOf" srcId="{86BF16CE-0B2C-42F5-B167-A1119E4DB5E6}" destId="{A99C1BD9-251E-4677-8D6F-81F35E330AFF}" srcOrd="3" destOrd="0" presId="urn:microsoft.com/office/officeart/2005/8/layout/vList2"/>
    <dgm:cxn modelId="{9E268FA5-5850-407A-82A4-76E3396DD4D9}" type="presParOf" srcId="{86BF16CE-0B2C-42F5-B167-A1119E4DB5E6}" destId="{037AACF0-C58D-4BD4-B4D8-2654DA6CB458}" srcOrd="4" destOrd="0" presId="urn:microsoft.com/office/officeart/2005/8/layout/vList2"/>
    <dgm:cxn modelId="{1B673785-E982-4B10-8887-B5925433274A}" type="presParOf" srcId="{86BF16CE-0B2C-42F5-B167-A1119E4DB5E6}" destId="{54EF6CFA-0263-4B4B-91E9-9548B5D71BA0}" srcOrd="5" destOrd="0" presId="urn:microsoft.com/office/officeart/2005/8/layout/vList2"/>
    <dgm:cxn modelId="{425D9372-C3DD-4AA3-A8D6-F7F4C353C10D}" type="presParOf" srcId="{86BF16CE-0B2C-42F5-B167-A1119E4DB5E6}" destId="{4D89ADDE-2447-4EAE-83EF-F6D927AC7309}" srcOrd="6" destOrd="0" presId="urn:microsoft.com/office/officeart/2005/8/layout/vList2"/>
    <dgm:cxn modelId="{A3484643-0290-4E42-86E5-5B6DE288A978}" type="presParOf" srcId="{86BF16CE-0B2C-42F5-B167-A1119E4DB5E6}" destId="{B191C0C4-D075-415B-B1F1-41026FB48C9D}" srcOrd="7" destOrd="0" presId="urn:microsoft.com/office/officeart/2005/8/layout/vList2"/>
    <dgm:cxn modelId="{8C99933F-51F5-4555-9C19-5D2C18087B06}" type="presParOf" srcId="{86BF16CE-0B2C-42F5-B167-A1119E4DB5E6}" destId="{75D6CC66-890C-4207-8BA2-6878EDE7E0DF}" srcOrd="8" destOrd="0" presId="urn:microsoft.com/office/officeart/2005/8/layout/vList2"/>
    <dgm:cxn modelId="{A0839512-C719-4D14-BF4C-72DCEEF3F4A1}" type="presParOf" srcId="{86BF16CE-0B2C-42F5-B167-A1119E4DB5E6}" destId="{9E9423B4-1BD4-4783-A27B-2991E74B5170}" srcOrd="9" destOrd="0" presId="urn:microsoft.com/office/officeart/2005/8/layout/vList2"/>
    <dgm:cxn modelId="{DFA22874-B396-4B21-9B51-44C4C8E08330}" type="presParOf" srcId="{86BF16CE-0B2C-42F5-B167-A1119E4DB5E6}" destId="{EEF5D114-FC6C-491F-99A3-3D73596C0F10}" srcOrd="10" destOrd="0" presId="urn:microsoft.com/office/officeart/2005/8/layout/vList2"/>
    <dgm:cxn modelId="{BCDC0FD4-8443-43B9-AC36-8E7DBD594179}" type="presParOf" srcId="{86BF16CE-0B2C-42F5-B167-A1119E4DB5E6}" destId="{5579B118-D5D1-488B-9514-12DF6DFBD2C2}" srcOrd="11" destOrd="0" presId="urn:microsoft.com/office/officeart/2005/8/layout/vList2"/>
    <dgm:cxn modelId="{382A4443-77D8-4E28-B8DD-633F8EE5028E}" type="presParOf" srcId="{86BF16CE-0B2C-42F5-B167-A1119E4DB5E6}" destId="{62C69B0F-87CA-42F4-A152-D52ACB4F57F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C945C41-D807-4A8E-A423-1A87E276A46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3B3CAC5-9EF3-4287-BE1B-27E410CA6B3D}">
      <dgm:prSet/>
      <dgm:spPr/>
      <dgm:t>
        <a:bodyPr/>
        <a:lstStyle/>
        <a:p>
          <a:r>
            <a:rPr lang="en-US"/>
            <a:t>$age = [6,7,9,5];</a:t>
          </a:r>
        </a:p>
      </dgm:t>
    </dgm:pt>
    <dgm:pt modelId="{C146B3B8-E142-4300-ABC3-B33E2F0CD660}" type="parTrans" cxnId="{9B8033E9-EF0C-4495-8094-DA5A9378FBF5}">
      <dgm:prSet/>
      <dgm:spPr/>
      <dgm:t>
        <a:bodyPr/>
        <a:lstStyle/>
        <a:p>
          <a:endParaRPr lang="en-US"/>
        </a:p>
      </dgm:t>
    </dgm:pt>
    <dgm:pt modelId="{F82F1020-4312-491C-9A74-34613E3F7F41}" type="sibTrans" cxnId="{9B8033E9-EF0C-4495-8094-DA5A9378FBF5}">
      <dgm:prSet/>
      <dgm:spPr/>
      <dgm:t>
        <a:bodyPr/>
        <a:lstStyle/>
        <a:p>
          <a:endParaRPr lang="en-US"/>
        </a:p>
      </dgm:t>
    </dgm:pt>
    <dgm:pt modelId="{F9B0685C-39C1-408B-8652-D74DD1978B8E}">
      <dgm:prSet/>
      <dgm:spPr/>
      <dgm:t>
        <a:bodyPr/>
        <a:lstStyle/>
        <a:p>
          <a:r>
            <a:rPr lang="en-US"/>
            <a:t>This is index array.</a:t>
          </a:r>
        </a:p>
      </dgm:t>
    </dgm:pt>
    <dgm:pt modelId="{8DC3D408-1097-4491-804F-ECEFAE9309B2}" type="parTrans" cxnId="{C57CF356-15C2-4E81-8676-E0127B468316}">
      <dgm:prSet/>
      <dgm:spPr/>
      <dgm:t>
        <a:bodyPr/>
        <a:lstStyle/>
        <a:p>
          <a:endParaRPr lang="en-US"/>
        </a:p>
      </dgm:t>
    </dgm:pt>
    <dgm:pt modelId="{8C91B072-8962-4C41-A992-8B9418B78A4D}" type="sibTrans" cxnId="{C57CF356-15C2-4E81-8676-E0127B468316}">
      <dgm:prSet/>
      <dgm:spPr/>
      <dgm:t>
        <a:bodyPr/>
        <a:lstStyle/>
        <a:p>
          <a:endParaRPr lang="en-US"/>
        </a:p>
      </dgm:t>
    </dgm:pt>
    <dgm:pt modelId="{11E467E1-C9A8-41D1-A193-EBB120EBF93A}">
      <dgm:prSet/>
      <dgm:spPr/>
      <dgm:t>
        <a:bodyPr/>
        <a:lstStyle/>
        <a:p>
          <a:r>
            <a:rPr lang="en-US"/>
            <a:t>Index start with 0.</a:t>
          </a:r>
        </a:p>
      </dgm:t>
    </dgm:pt>
    <dgm:pt modelId="{B2F13C7E-EFAD-402D-A80E-3D1B64AE3D26}" type="parTrans" cxnId="{2A8BA482-069F-42FC-94BF-513EBA3A93C6}">
      <dgm:prSet/>
      <dgm:spPr/>
      <dgm:t>
        <a:bodyPr/>
        <a:lstStyle/>
        <a:p>
          <a:endParaRPr lang="en-US"/>
        </a:p>
      </dgm:t>
    </dgm:pt>
    <dgm:pt modelId="{201BD5BF-6919-4E0B-8E09-847EF3151F1A}" type="sibTrans" cxnId="{2A8BA482-069F-42FC-94BF-513EBA3A93C6}">
      <dgm:prSet/>
      <dgm:spPr/>
      <dgm:t>
        <a:bodyPr/>
        <a:lstStyle/>
        <a:p>
          <a:endParaRPr lang="en-US"/>
        </a:p>
      </dgm:t>
    </dgm:pt>
    <dgm:pt modelId="{4D2B6154-F95D-42DD-97C1-231AFEEB238A}" type="pres">
      <dgm:prSet presAssocID="{AC945C41-D807-4A8E-A423-1A87E276A46C}" presName="linear" presStyleCnt="0">
        <dgm:presLayoutVars>
          <dgm:animLvl val="lvl"/>
          <dgm:resizeHandles val="exact"/>
        </dgm:presLayoutVars>
      </dgm:prSet>
      <dgm:spPr/>
    </dgm:pt>
    <dgm:pt modelId="{1012B5BE-8E40-4E54-9AFD-C66D1201CFFF}" type="pres">
      <dgm:prSet presAssocID="{73B3CAC5-9EF3-4287-BE1B-27E410CA6B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1036206-4B37-4F17-8C41-3C62C6075E29}" type="pres">
      <dgm:prSet presAssocID="{F82F1020-4312-491C-9A74-34613E3F7F41}" presName="spacer" presStyleCnt="0"/>
      <dgm:spPr/>
    </dgm:pt>
    <dgm:pt modelId="{F44E13C2-C9BE-4353-A658-7821A23F0EF0}" type="pres">
      <dgm:prSet presAssocID="{F9B0685C-39C1-408B-8652-D74DD1978B8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DFCF6A-2073-41CD-A879-91712B29E3A2}" type="pres">
      <dgm:prSet presAssocID="{8C91B072-8962-4C41-A992-8B9418B78A4D}" presName="spacer" presStyleCnt="0"/>
      <dgm:spPr/>
    </dgm:pt>
    <dgm:pt modelId="{9A7A17EA-AFF0-471C-BB23-5CE757F0AFFE}" type="pres">
      <dgm:prSet presAssocID="{11E467E1-C9A8-41D1-A193-EBB120EBF93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FF3ED0B-8E79-484E-BB3C-0C010080DE43}" type="presOf" srcId="{F9B0685C-39C1-408B-8652-D74DD1978B8E}" destId="{F44E13C2-C9BE-4353-A658-7821A23F0EF0}" srcOrd="0" destOrd="0" presId="urn:microsoft.com/office/officeart/2005/8/layout/vList2"/>
    <dgm:cxn modelId="{62145153-CAE6-4AAF-9E87-3E193F75499C}" type="presOf" srcId="{73B3CAC5-9EF3-4287-BE1B-27E410CA6B3D}" destId="{1012B5BE-8E40-4E54-9AFD-C66D1201CFFF}" srcOrd="0" destOrd="0" presId="urn:microsoft.com/office/officeart/2005/8/layout/vList2"/>
    <dgm:cxn modelId="{C57CF356-15C2-4E81-8676-E0127B468316}" srcId="{AC945C41-D807-4A8E-A423-1A87E276A46C}" destId="{F9B0685C-39C1-408B-8652-D74DD1978B8E}" srcOrd="1" destOrd="0" parTransId="{8DC3D408-1097-4491-804F-ECEFAE9309B2}" sibTransId="{8C91B072-8962-4C41-A992-8B9418B78A4D}"/>
    <dgm:cxn modelId="{2A8BA482-069F-42FC-94BF-513EBA3A93C6}" srcId="{AC945C41-D807-4A8E-A423-1A87E276A46C}" destId="{11E467E1-C9A8-41D1-A193-EBB120EBF93A}" srcOrd="2" destOrd="0" parTransId="{B2F13C7E-EFAD-402D-A80E-3D1B64AE3D26}" sibTransId="{201BD5BF-6919-4E0B-8E09-847EF3151F1A}"/>
    <dgm:cxn modelId="{B9159E88-C806-4DC2-ADF8-24B043F61B47}" type="presOf" srcId="{AC945C41-D807-4A8E-A423-1A87E276A46C}" destId="{4D2B6154-F95D-42DD-97C1-231AFEEB238A}" srcOrd="0" destOrd="0" presId="urn:microsoft.com/office/officeart/2005/8/layout/vList2"/>
    <dgm:cxn modelId="{85A2DBDE-6B2B-4E2C-8AAD-9E15F145F11D}" type="presOf" srcId="{11E467E1-C9A8-41D1-A193-EBB120EBF93A}" destId="{9A7A17EA-AFF0-471C-BB23-5CE757F0AFFE}" srcOrd="0" destOrd="0" presId="urn:microsoft.com/office/officeart/2005/8/layout/vList2"/>
    <dgm:cxn modelId="{9B8033E9-EF0C-4495-8094-DA5A9378FBF5}" srcId="{AC945C41-D807-4A8E-A423-1A87E276A46C}" destId="{73B3CAC5-9EF3-4287-BE1B-27E410CA6B3D}" srcOrd="0" destOrd="0" parTransId="{C146B3B8-E142-4300-ABC3-B33E2F0CD660}" sibTransId="{F82F1020-4312-491C-9A74-34613E3F7F41}"/>
    <dgm:cxn modelId="{77263608-166B-4681-8D85-26FFA7BFE7D9}" type="presParOf" srcId="{4D2B6154-F95D-42DD-97C1-231AFEEB238A}" destId="{1012B5BE-8E40-4E54-9AFD-C66D1201CFFF}" srcOrd="0" destOrd="0" presId="urn:microsoft.com/office/officeart/2005/8/layout/vList2"/>
    <dgm:cxn modelId="{25625249-246B-4E00-8AF0-A28C37C976B8}" type="presParOf" srcId="{4D2B6154-F95D-42DD-97C1-231AFEEB238A}" destId="{41036206-4B37-4F17-8C41-3C62C6075E29}" srcOrd="1" destOrd="0" presId="urn:microsoft.com/office/officeart/2005/8/layout/vList2"/>
    <dgm:cxn modelId="{2BA7887E-185C-4DE5-8D06-379689C7C988}" type="presParOf" srcId="{4D2B6154-F95D-42DD-97C1-231AFEEB238A}" destId="{F44E13C2-C9BE-4353-A658-7821A23F0EF0}" srcOrd="2" destOrd="0" presId="urn:microsoft.com/office/officeart/2005/8/layout/vList2"/>
    <dgm:cxn modelId="{39134CD6-1764-42DB-B49F-A9A50D5B6B42}" type="presParOf" srcId="{4D2B6154-F95D-42DD-97C1-231AFEEB238A}" destId="{32DFCF6A-2073-41CD-A879-91712B29E3A2}" srcOrd="3" destOrd="0" presId="urn:microsoft.com/office/officeart/2005/8/layout/vList2"/>
    <dgm:cxn modelId="{740BD758-835F-45A6-A12C-3147449490A7}" type="presParOf" srcId="{4D2B6154-F95D-42DD-97C1-231AFEEB238A}" destId="{9A7A17EA-AFF0-471C-BB23-5CE757F0AFF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C354FD8-A975-4940-B17E-756A8C41D35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DCCA5F-EECF-44F1-80EB-95C2C157F925}">
      <dgm:prSet/>
      <dgm:spPr/>
      <dgm:t>
        <a:bodyPr/>
        <a:lstStyle/>
        <a:p>
          <a:r>
            <a:rPr lang="en-US"/>
            <a:t>The PHP superglobal variables are:</a:t>
          </a:r>
        </a:p>
      </dgm:t>
    </dgm:pt>
    <dgm:pt modelId="{0A4BDBB0-FBA9-4A80-9BB5-8C389D8FC255}" type="parTrans" cxnId="{8167377B-0428-4CE8-B3E7-C97C2FE4BDB7}">
      <dgm:prSet/>
      <dgm:spPr/>
      <dgm:t>
        <a:bodyPr/>
        <a:lstStyle/>
        <a:p>
          <a:endParaRPr lang="en-US"/>
        </a:p>
      </dgm:t>
    </dgm:pt>
    <dgm:pt modelId="{FF2006CF-2641-4D10-847E-9A651AEB604A}" type="sibTrans" cxnId="{8167377B-0428-4CE8-B3E7-C97C2FE4BDB7}">
      <dgm:prSet/>
      <dgm:spPr/>
      <dgm:t>
        <a:bodyPr/>
        <a:lstStyle/>
        <a:p>
          <a:endParaRPr lang="en-US"/>
        </a:p>
      </dgm:t>
    </dgm:pt>
    <dgm:pt modelId="{F7B1C323-49DC-4FDB-B89A-349F05B03AFB}">
      <dgm:prSet/>
      <dgm:spPr/>
      <dgm:t>
        <a:bodyPr/>
        <a:lstStyle/>
        <a:p>
          <a:r>
            <a:rPr lang="en-US"/>
            <a:t>$GLOBALS </a:t>
          </a:r>
        </a:p>
      </dgm:t>
    </dgm:pt>
    <dgm:pt modelId="{7C430509-7F12-4F0C-BFA5-D460A02D4ADA}" type="parTrans" cxnId="{4F52CD36-830A-4646-9D44-3D099F5C9FAA}">
      <dgm:prSet/>
      <dgm:spPr/>
      <dgm:t>
        <a:bodyPr/>
        <a:lstStyle/>
        <a:p>
          <a:endParaRPr lang="en-US"/>
        </a:p>
      </dgm:t>
    </dgm:pt>
    <dgm:pt modelId="{E6A22F87-5FE4-4490-B07F-9FF6DBACA5A1}" type="sibTrans" cxnId="{4F52CD36-830A-4646-9D44-3D099F5C9FAA}">
      <dgm:prSet/>
      <dgm:spPr/>
      <dgm:t>
        <a:bodyPr/>
        <a:lstStyle/>
        <a:p>
          <a:endParaRPr lang="en-US"/>
        </a:p>
      </dgm:t>
    </dgm:pt>
    <dgm:pt modelId="{DD02A0CA-93EE-4F87-A22D-999483A7E972}">
      <dgm:prSet/>
      <dgm:spPr/>
      <dgm:t>
        <a:bodyPr/>
        <a:lstStyle/>
        <a:p>
          <a:r>
            <a:rPr lang="en-US"/>
            <a:t>$_SERVER  </a:t>
          </a:r>
        </a:p>
      </dgm:t>
    </dgm:pt>
    <dgm:pt modelId="{63BC9437-EA5F-451F-B3B6-7705C49FD9AB}" type="parTrans" cxnId="{9927ADF8-A0B5-4FDB-B682-C689F09438D8}">
      <dgm:prSet/>
      <dgm:spPr/>
      <dgm:t>
        <a:bodyPr/>
        <a:lstStyle/>
        <a:p>
          <a:endParaRPr lang="en-US"/>
        </a:p>
      </dgm:t>
    </dgm:pt>
    <dgm:pt modelId="{EE920A86-BC51-4460-917F-CE0095670F28}" type="sibTrans" cxnId="{9927ADF8-A0B5-4FDB-B682-C689F09438D8}">
      <dgm:prSet/>
      <dgm:spPr/>
      <dgm:t>
        <a:bodyPr/>
        <a:lstStyle/>
        <a:p>
          <a:endParaRPr lang="en-US"/>
        </a:p>
      </dgm:t>
    </dgm:pt>
    <dgm:pt modelId="{627784B6-1A64-4D0E-A873-33D3C4ABAA63}">
      <dgm:prSet/>
      <dgm:spPr/>
      <dgm:t>
        <a:bodyPr/>
        <a:lstStyle/>
        <a:p>
          <a:r>
            <a:rPr lang="en-US"/>
            <a:t>$_REQUEST   </a:t>
          </a:r>
        </a:p>
      </dgm:t>
    </dgm:pt>
    <dgm:pt modelId="{EEC15438-204A-4269-95A8-E80385C8B91E}" type="parTrans" cxnId="{7BBB6A8F-F244-408C-9F0C-B77359EF53BE}">
      <dgm:prSet/>
      <dgm:spPr/>
      <dgm:t>
        <a:bodyPr/>
        <a:lstStyle/>
        <a:p>
          <a:endParaRPr lang="en-US"/>
        </a:p>
      </dgm:t>
    </dgm:pt>
    <dgm:pt modelId="{F991AD6C-1F1D-42FC-9997-6196E9C1EFE2}" type="sibTrans" cxnId="{7BBB6A8F-F244-408C-9F0C-B77359EF53BE}">
      <dgm:prSet/>
      <dgm:spPr/>
      <dgm:t>
        <a:bodyPr/>
        <a:lstStyle/>
        <a:p>
          <a:endParaRPr lang="en-US"/>
        </a:p>
      </dgm:t>
    </dgm:pt>
    <dgm:pt modelId="{EBD20D6C-DC26-4EEC-AEA2-605BC277512B}">
      <dgm:prSet/>
      <dgm:spPr/>
      <dgm:t>
        <a:bodyPr/>
        <a:lstStyle/>
        <a:p>
          <a:r>
            <a:rPr lang="en-US"/>
            <a:t>$_POST</a:t>
          </a:r>
        </a:p>
      </dgm:t>
    </dgm:pt>
    <dgm:pt modelId="{348BB0F3-9032-4671-9914-AA159E0497B7}" type="parTrans" cxnId="{8227A610-1A04-484C-98FD-8D08A821EB4F}">
      <dgm:prSet/>
      <dgm:spPr/>
      <dgm:t>
        <a:bodyPr/>
        <a:lstStyle/>
        <a:p>
          <a:endParaRPr lang="en-US"/>
        </a:p>
      </dgm:t>
    </dgm:pt>
    <dgm:pt modelId="{F1F60E97-87BF-4072-9D3D-D123A979DB69}" type="sibTrans" cxnId="{8227A610-1A04-484C-98FD-8D08A821EB4F}">
      <dgm:prSet/>
      <dgm:spPr/>
      <dgm:t>
        <a:bodyPr/>
        <a:lstStyle/>
        <a:p>
          <a:endParaRPr lang="en-US"/>
        </a:p>
      </dgm:t>
    </dgm:pt>
    <dgm:pt modelId="{8B64CFE7-5128-46E6-BA3E-B7C20815E448}">
      <dgm:prSet/>
      <dgm:spPr/>
      <dgm:t>
        <a:bodyPr/>
        <a:lstStyle/>
        <a:p>
          <a:r>
            <a:rPr lang="en-US"/>
            <a:t>$_ENV  $_COOKIE   </a:t>
          </a:r>
        </a:p>
      </dgm:t>
    </dgm:pt>
    <dgm:pt modelId="{4076FC97-AB1B-4143-A657-09084C3D0684}" type="parTrans" cxnId="{A81367AF-6E3D-4EDC-9627-EE5CD4634AC5}">
      <dgm:prSet/>
      <dgm:spPr/>
      <dgm:t>
        <a:bodyPr/>
        <a:lstStyle/>
        <a:p>
          <a:endParaRPr lang="en-US"/>
        </a:p>
      </dgm:t>
    </dgm:pt>
    <dgm:pt modelId="{96987796-EA7B-48E5-A903-F87E1709E552}" type="sibTrans" cxnId="{A81367AF-6E3D-4EDC-9627-EE5CD4634AC5}">
      <dgm:prSet/>
      <dgm:spPr/>
      <dgm:t>
        <a:bodyPr/>
        <a:lstStyle/>
        <a:p>
          <a:endParaRPr lang="en-US"/>
        </a:p>
      </dgm:t>
    </dgm:pt>
    <dgm:pt modelId="{DCDC305E-AB74-4265-A9C2-6B27B469B236}">
      <dgm:prSet/>
      <dgm:spPr/>
      <dgm:t>
        <a:bodyPr/>
        <a:lstStyle/>
        <a:p>
          <a:r>
            <a:rPr lang="en-US"/>
            <a:t>$_SESSION </a:t>
          </a:r>
        </a:p>
      </dgm:t>
    </dgm:pt>
    <dgm:pt modelId="{BD962D2E-B41D-4403-8076-55EE8F65BF57}" type="parTrans" cxnId="{50E49460-5834-499C-B943-EDE2A502226A}">
      <dgm:prSet/>
      <dgm:spPr/>
      <dgm:t>
        <a:bodyPr/>
        <a:lstStyle/>
        <a:p>
          <a:endParaRPr lang="en-US"/>
        </a:p>
      </dgm:t>
    </dgm:pt>
    <dgm:pt modelId="{61E1D466-B8C2-4962-BF69-BA2E221BC227}" type="sibTrans" cxnId="{50E49460-5834-499C-B943-EDE2A502226A}">
      <dgm:prSet/>
      <dgm:spPr/>
      <dgm:t>
        <a:bodyPr/>
        <a:lstStyle/>
        <a:p>
          <a:endParaRPr lang="en-US"/>
        </a:p>
      </dgm:t>
    </dgm:pt>
    <dgm:pt modelId="{30FC0FFC-97F9-4A42-907D-1C67B3BDA4E9}">
      <dgm:prSet/>
      <dgm:spPr/>
      <dgm:t>
        <a:bodyPr/>
        <a:lstStyle/>
        <a:p>
          <a:r>
            <a:rPr lang="en-US"/>
            <a:t>$_GET </a:t>
          </a:r>
        </a:p>
      </dgm:t>
    </dgm:pt>
    <dgm:pt modelId="{D6CEB102-5C09-40C2-8493-23F181CBA27C}" type="parTrans" cxnId="{B1BABB36-8C2A-4F39-94E7-D331C523D332}">
      <dgm:prSet/>
      <dgm:spPr/>
      <dgm:t>
        <a:bodyPr/>
        <a:lstStyle/>
        <a:p>
          <a:endParaRPr lang="en-US"/>
        </a:p>
      </dgm:t>
    </dgm:pt>
    <dgm:pt modelId="{E80EE935-4FF3-416E-A296-47BF13EEF46F}" type="sibTrans" cxnId="{B1BABB36-8C2A-4F39-94E7-D331C523D332}">
      <dgm:prSet/>
      <dgm:spPr/>
      <dgm:t>
        <a:bodyPr/>
        <a:lstStyle/>
        <a:p>
          <a:endParaRPr lang="en-US"/>
        </a:p>
      </dgm:t>
    </dgm:pt>
    <dgm:pt modelId="{5DF12E9E-D670-4739-A8BF-8FDA796ED4EF}">
      <dgm:prSet/>
      <dgm:spPr/>
      <dgm:t>
        <a:bodyPr/>
        <a:lstStyle/>
        <a:p>
          <a:r>
            <a:rPr lang="en-US"/>
            <a:t>$_FILES</a:t>
          </a:r>
        </a:p>
      </dgm:t>
    </dgm:pt>
    <dgm:pt modelId="{EA9F4F5C-BAAF-46FC-8E59-CDF2C7D35241}" type="parTrans" cxnId="{09160112-AAA3-47E9-9922-0D6846325EED}">
      <dgm:prSet/>
      <dgm:spPr/>
      <dgm:t>
        <a:bodyPr/>
        <a:lstStyle/>
        <a:p>
          <a:endParaRPr lang="en-US"/>
        </a:p>
      </dgm:t>
    </dgm:pt>
    <dgm:pt modelId="{D0FEEB17-FF99-4450-AED4-B0A1D785B84E}" type="sibTrans" cxnId="{09160112-AAA3-47E9-9922-0D6846325EED}">
      <dgm:prSet/>
      <dgm:spPr/>
      <dgm:t>
        <a:bodyPr/>
        <a:lstStyle/>
        <a:p>
          <a:endParaRPr lang="en-US"/>
        </a:p>
      </dgm:t>
    </dgm:pt>
    <dgm:pt modelId="{7B4FFD03-3139-4514-9B12-0ED7D7244954}" type="pres">
      <dgm:prSet presAssocID="{9C354FD8-A975-4940-B17E-756A8C41D35E}" presName="linear" presStyleCnt="0">
        <dgm:presLayoutVars>
          <dgm:animLvl val="lvl"/>
          <dgm:resizeHandles val="exact"/>
        </dgm:presLayoutVars>
      </dgm:prSet>
      <dgm:spPr/>
    </dgm:pt>
    <dgm:pt modelId="{96B3DAF7-91F5-4036-B92B-056737FE2CBF}" type="pres">
      <dgm:prSet presAssocID="{81DCCA5F-EECF-44F1-80EB-95C2C157F925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E9BEF0F3-871A-42CF-A457-88F64FF170F9}" type="pres">
      <dgm:prSet presAssocID="{FF2006CF-2641-4D10-847E-9A651AEB604A}" presName="spacer" presStyleCnt="0"/>
      <dgm:spPr/>
    </dgm:pt>
    <dgm:pt modelId="{3D37BE19-E512-42A7-8B88-5D30B4B4A23F}" type="pres">
      <dgm:prSet presAssocID="{F7B1C323-49DC-4FDB-B89A-349F05B03AFB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E4035886-456C-4099-BEE1-26D1E07592A7}" type="pres">
      <dgm:prSet presAssocID="{E6A22F87-5FE4-4490-B07F-9FF6DBACA5A1}" presName="spacer" presStyleCnt="0"/>
      <dgm:spPr/>
    </dgm:pt>
    <dgm:pt modelId="{12573864-7F0C-4577-B733-EAC8763FFFD0}" type="pres">
      <dgm:prSet presAssocID="{DD02A0CA-93EE-4F87-A22D-999483A7E972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951E6490-BC50-4F56-B982-E57409587BF3}" type="pres">
      <dgm:prSet presAssocID="{EE920A86-BC51-4460-917F-CE0095670F28}" presName="spacer" presStyleCnt="0"/>
      <dgm:spPr/>
    </dgm:pt>
    <dgm:pt modelId="{CBB7D47A-D433-47F4-8151-B5E2A67A2E9E}" type="pres">
      <dgm:prSet presAssocID="{627784B6-1A64-4D0E-A873-33D3C4ABAA63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12FCB75F-0CB9-4D01-856C-FDFF447ACEE5}" type="pres">
      <dgm:prSet presAssocID="{F991AD6C-1F1D-42FC-9997-6196E9C1EFE2}" presName="spacer" presStyleCnt="0"/>
      <dgm:spPr/>
    </dgm:pt>
    <dgm:pt modelId="{3DCAC48B-054C-4C33-82DA-38634E6C5D09}" type="pres">
      <dgm:prSet presAssocID="{EBD20D6C-DC26-4EEC-AEA2-605BC277512B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0E0E4DC4-C951-49AD-827A-BF99A261D8CA}" type="pres">
      <dgm:prSet presAssocID="{F1F60E97-87BF-4072-9D3D-D123A979DB69}" presName="spacer" presStyleCnt="0"/>
      <dgm:spPr/>
    </dgm:pt>
    <dgm:pt modelId="{693852A0-60F2-4524-BC12-4AE37867F0AF}" type="pres">
      <dgm:prSet presAssocID="{8B64CFE7-5128-46E6-BA3E-B7C20815E448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3E68146C-1737-4BC0-B95F-99C5D0CF2AFB}" type="pres">
      <dgm:prSet presAssocID="{96987796-EA7B-48E5-A903-F87E1709E552}" presName="spacer" presStyleCnt="0"/>
      <dgm:spPr/>
    </dgm:pt>
    <dgm:pt modelId="{2661057B-93F8-46A1-856C-5678966DDD4F}" type="pres">
      <dgm:prSet presAssocID="{DCDC305E-AB74-4265-A9C2-6B27B469B236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9BF917B7-765B-4E36-9DAE-847C6D9F1B9A}" type="pres">
      <dgm:prSet presAssocID="{61E1D466-B8C2-4962-BF69-BA2E221BC227}" presName="spacer" presStyleCnt="0"/>
      <dgm:spPr/>
    </dgm:pt>
    <dgm:pt modelId="{80B5F624-9753-4FD5-A4A2-C0F5EC5B0A11}" type="pres">
      <dgm:prSet presAssocID="{30FC0FFC-97F9-4A42-907D-1C67B3BDA4E9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728C8C15-FCDD-4087-8150-26FDB79E6C7D}" type="pres">
      <dgm:prSet presAssocID="{E80EE935-4FF3-416E-A296-47BF13EEF46F}" presName="spacer" presStyleCnt="0"/>
      <dgm:spPr/>
    </dgm:pt>
    <dgm:pt modelId="{EF88B455-741F-49D9-A50C-EDD46D7BF37F}" type="pres">
      <dgm:prSet presAssocID="{5DF12E9E-D670-4739-A8BF-8FDA796ED4EF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B1B4C50C-393A-46D4-AA99-912BD9A907C5}" type="presOf" srcId="{30FC0FFC-97F9-4A42-907D-1C67B3BDA4E9}" destId="{80B5F624-9753-4FD5-A4A2-C0F5EC5B0A11}" srcOrd="0" destOrd="0" presId="urn:microsoft.com/office/officeart/2005/8/layout/vList2"/>
    <dgm:cxn modelId="{8227A610-1A04-484C-98FD-8D08A821EB4F}" srcId="{9C354FD8-A975-4940-B17E-756A8C41D35E}" destId="{EBD20D6C-DC26-4EEC-AEA2-605BC277512B}" srcOrd="4" destOrd="0" parTransId="{348BB0F3-9032-4671-9914-AA159E0497B7}" sibTransId="{F1F60E97-87BF-4072-9D3D-D123A979DB69}"/>
    <dgm:cxn modelId="{09160112-AAA3-47E9-9922-0D6846325EED}" srcId="{9C354FD8-A975-4940-B17E-756A8C41D35E}" destId="{5DF12E9E-D670-4739-A8BF-8FDA796ED4EF}" srcOrd="8" destOrd="0" parTransId="{EA9F4F5C-BAAF-46FC-8E59-CDF2C7D35241}" sibTransId="{D0FEEB17-FF99-4450-AED4-B0A1D785B84E}"/>
    <dgm:cxn modelId="{B1BABB36-8C2A-4F39-94E7-D331C523D332}" srcId="{9C354FD8-A975-4940-B17E-756A8C41D35E}" destId="{30FC0FFC-97F9-4A42-907D-1C67B3BDA4E9}" srcOrd="7" destOrd="0" parTransId="{D6CEB102-5C09-40C2-8493-23F181CBA27C}" sibTransId="{E80EE935-4FF3-416E-A296-47BF13EEF46F}"/>
    <dgm:cxn modelId="{4F52CD36-830A-4646-9D44-3D099F5C9FAA}" srcId="{9C354FD8-A975-4940-B17E-756A8C41D35E}" destId="{F7B1C323-49DC-4FDB-B89A-349F05B03AFB}" srcOrd="1" destOrd="0" parTransId="{7C430509-7F12-4F0C-BFA5-D460A02D4ADA}" sibTransId="{E6A22F87-5FE4-4490-B07F-9FF6DBACA5A1}"/>
    <dgm:cxn modelId="{50E49460-5834-499C-B943-EDE2A502226A}" srcId="{9C354FD8-A975-4940-B17E-756A8C41D35E}" destId="{DCDC305E-AB74-4265-A9C2-6B27B469B236}" srcOrd="6" destOrd="0" parTransId="{BD962D2E-B41D-4403-8076-55EE8F65BF57}" sibTransId="{61E1D466-B8C2-4962-BF69-BA2E221BC227}"/>
    <dgm:cxn modelId="{9B104853-CF49-4CB2-A424-CD087A4038EA}" type="presOf" srcId="{F7B1C323-49DC-4FDB-B89A-349F05B03AFB}" destId="{3D37BE19-E512-42A7-8B88-5D30B4B4A23F}" srcOrd="0" destOrd="0" presId="urn:microsoft.com/office/officeart/2005/8/layout/vList2"/>
    <dgm:cxn modelId="{4BA08C56-03E9-4087-8E76-757D39BDC1A0}" type="presOf" srcId="{9C354FD8-A975-4940-B17E-756A8C41D35E}" destId="{7B4FFD03-3139-4514-9B12-0ED7D7244954}" srcOrd="0" destOrd="0" presId="urn:microsoft.com/office/officeart/2005/8/layout/vList2"/>
    <dgm:cxn modelId="{8167377B-0428-4CE8-B3E7-C97C2FE4BDB7}" srcId="{9C354FD8-A975-4940-B17E-756A8C41D35E}" destId="{81DCCA5F-EECF-44F1-80EB-95C2C157F925}" srcOrd="0" destOrd="0" parTransId="{0A4BDBB0-FBA9-4A80-9BB5-8C389D8FC255}" sibTransId="{FF2006CF-2641-4D10-847E-9A651AEB604A}"/>
    <dgm:cxn modelId="{4F248F7B-F85B-4295-B9EB-FE2FB06EE4D4}" type="presOf" srcId="{DD02A0CA-93EE-4F87-A22D-999483A7E972}" destId="{12573864-7F0C-4577-B733-EAC8763FFFD0}" srcOrd="0" destOrd="0" presId="urn:microsoft.com/office/officeart/2005/8/layout/vList2"/>
    <dgm:cxn modelId="{BA557E8A-D989-4A5C-B6C5-B1D943CE958F}" type="presOf" srcId="{627784B6-1A64-4D0E-A873-33D3C4ABAA63}" destId="{CBB7D47A-D433-47F4-8151-B5E2A67A2E9E}" srcOrd="0" destOrd="0" presId="urn:microsoft.com/office/officeart/2005/8/layout/vList2"/>
    <dgm:cxn modelId="{7BBB6A8F-F244-408C-9F0C-B77359EF53BE}" srcId="{9C354FD8-A975-4940-B17E-756A8C41D35E}" destId="{627784B6-1A64-4D0E-A873-33D3C4ABAA63}" srcOrd="3" destOrd="0" parTransId="{EEC15438-204A-4269-95A8-E80385C8B91E}" sibTransId="{F991AD6C-1F1D-42FC-9997-6196E9C1EFE2}"/>
    <dgm:cxn modelId="{A81367AF-6E3D-4EDC-9627-EE5CD4634AC5}" srcId="{9C354FD8-A975-4940-B17E-756A8C41D35E}" destId="{8B64CFE7-5128-46E6-BA3E-B7C20815E448}" srcOrd="5" destOrd="0" parTransId="{4076FC97-AB1B-4143-A657-09084C3D0684}" sibTransId="{96987796-EA7B-48E5-A903-F87E1709E552}"/>
    <dgm:cxn modelId="{919436B4-9592-4301-AE82-1212A3C163FB}" type="presOf" srcId="{EBD20D6C-DC26-4EEC-AEA2-605BC277512B}" destId="{3DCAC48B-054C-4C33-82DA-38634E6C5D09}" srcOrd="0" destOrd="0" presId="urn:microsoft.com/office/officeart/2005/8/layout/vList2"/>
    <dgm:cxn modelId="{CAE391DC-34D7-4765-A397-98AAB52801A7}" type="presOf" srcId="{DCDC305E-AB74-4265-A9C2-6B27B469B236}" destId="{2661057B-93F8-46A1-856C-5678966DDD4F}" srcOrd="0" destOrd="0" presId="urn:microsoft.com/office/officeart/2005/8/layout/vList2"/>
    <dgm:cxn modelId="{AAA4C7DF-C8E9-4F63-847A-17EEC39A607C}" type="presOf" srcId="{5DF12E9E-D670-4739-A8BF-8FDA796ED4EF}" destId="{EF88B455-741F-49D9-A50C-EDD46D7BF37F}" srcOrd="0" destOrd="0" presId="urn:microsoft.com/office/officeart/2005/8/layout/vList2"/>
    <dgm:cxn modelId="{F3A75DE3-CBE0-4135-BFE2-D60252F61DF6}" type="presOf" srcId="{8B64CFE7-5128-46E6-BA3E-B7C20815E448}" destId="{693852A0-60F2-4524-BC12-4AE37867F0AF}" srcOrd="0" destOrd="0" presId="urn:microsoft.com/office/officeart/2005/8/layout/vList2"/>
    <dgm:cxn modelId="{9927ADF8-A0B5-4FDB-B682-C689F09438D8}" srcId="{9C354FD8-A975-4940-B17E-756A8C41D35E}" destId="{DD02A0CA-93EE-4F87-A22D-999483A7E972}" srcOrd="2" destOrd="0" parTransId="{63BC9437-EA5F-451F-B3B6-7705C49FD9AB}" sibTransId="{EE920A86-BC51-4460-917F-CE0095670F28}"/>
    <dgm:cxn modelId="{B71E55FB-50B1-4615-B94D-53C8547896BA}" type="presOf" srcId="{81DCCA5F-EECF-44F1-80EB-95C2C157F925}" destId="{96B3DAF7-91F5-4036-B92B-056737FE2CBF}" srcOrd="0" destOrd="0" presId="urn:microsoft.com/office/officeart/2005/8/layout/vList2"/>
    <dgm:cxn modelId="{307B0FF3-28C9-42DB-9EB9-C2F1903D150F}" type="presParOf" srcId="{7B4FFD03-3139-4514-9B12-0ED7D7244954}" destId="{96B3DAF7-91F5-4036-B92B-056737FE2CBF}" srcOrd="0" destOrd="0" presId="urn:microsoft.com/office/officeart/2005/8/layout/vList2"/>
    <dgm:cxn modelId="{5A1F81E1-8C34-4FB2-B551-9D33CEA6135F}" type="presParOf" srcId="{7B4FFD03-3139-4514-9B12-0ED7D7244954}" destId="{E9BEF0F3-871A-42CF-A457-88F64FF170F9}" srcOrd="1" destOrd="0" presId="urn:microsoft.com/office/officeart/2005/8/layout/vList2"/>
    <dgm:cxn modelId="{F4AB6FF1-6109-4E78-93FE-998DE11E002D}" type="presParOf" srcId="{7B4FFD03-3139-4514-9B12-0ED7D7244954}" destId="{3D37BE19-E512-42A7-8B88-5D30B4B4A23F}" srcOrd="2" destOrd="0" presId="urn:microsoft.com/office/officeart/2005/8/layout/vList2"/>
    <dgm:cxn modelId="{E0E26DC4-8818-43D1-84E1-1188F019D4B5}" type="presParOf" srcId="{7B4FFD03-3139-4514-9B12-0ED7D7244954}" destId="{E4035886-456C-4099-BEE1-26D1E07592A7}" srcOrd="3" destOrd="0" presId="urn:microsoft.com/office/officeart/2005/8/layout/vList2"/>
    <dgm:cxn modelId="{70289CB7-DFCA-4C90-89C8-2D344F9405A9}" type="presParOf" srcId="{7B4FFD03-3139-4514-9B12-0ED7D7244954}" destId="{12573864-7F0C-4577-B733-EAC8763FFFD0}" srcOrd="4" destOrd="0" presId="urn:microsoft.com/office/officeart/2005/8/layout/vList2"/>
    <dgm:cxn modelId="{BBD16EBE-20D2-4E8C-B1FC-500DB13F14AC}" type="presParOf" srcId="{7B4FFD03-3139-4514-9B12-0ED7D7244954}" destId="{951E6490-BC50-4F56-B982-E57409587BF3}" srcOrd="5" destOrd="0" presId="urn:microsoft.com/office/officeart/2005/8/layout/vList2"/>
    <dgm:cxn modelId="{6514D0F8-74B5-469D-AF44-7419ADDF6E40}" type="presParOf" srcId="{7B4FFD03-3139-4514-9B12-0ED7D7244954}" destId="{CBB7D47A-D433-47F4-8151-B5E2A67A2E9E}" srcOrd="6" destOrd="0" presId="urn:microsoft.com/office/officeart/2005/8/layout/vList2"/>
    <dgm:cxn modelId="{8FA6275A-385C-40D4-9EA1-71A865125118}" type="presParOf" srcId="{7B4FFD03-3139-4514-9B12-0ED7D7244954}" destId="{12FCB75F-0CB9-4D01-856C-FDFF447ACEE5}" srcOrd="7" destOrd="0" presId="urn:microsoft.com/office/officeart/2005/8/layout/vList2"/>
    <dgm:cxn modelId="{98DBE47E-9DC8-433D-944F-32F74C913696}" type="presParOf" srcId="{7B4FFD03-3139-4514-9B12-0ED7D7244954}" destId="{3DCAC48B-054C-4C33-82DA-38634E6C5D09}" srcOrd="8" destOrd="0" presId="urn:microsoft.com/office/officeart/2005/8/layout/vList2"/>
    <dgm:cxn modelId="{298A282F-B48A-42F4-9FA3-9E163FC47A24}" type="presParOf" srcId="{7B4FFD03-3139-4514-9B12-0ED7D7244954}" destId="{0E0E4DC4-C951-49AD-827A-BF99A261D8CA}" srcOrd="9" destOrd="0" presId="urn:microsoft.com/office/officeart/2005/8/layout/vList2"/>
    <dgm:cxn modelId="{00D1FC38-6D0F-46CD-8F96-B86261644A3A}" type="presParOf" srcId="{7B4FFD03-3139-4514-9B12-0ED7D7244954}" destId="{693852A0-60F2-4524-BC12-4AE37867F0AF}" srcOrd="10" destOrd="0" presId="urn:microsoft.com/office/officeart/2005/8/layout/vList2"/>
    <dgm:cxn modelId="{2A50EEAA-20DE-4D06-A3B4-F3D06C99B1DA}" type="presParOf" srcId="{7B4FFD03-3139-4514-9B12-0ED7D7244954}" destId="{3E68146C-1737-4BC0-B95F-99C5D0CF2AFB}" srcOrd="11" destOrd="0" presId="urn:microsoft.com/office/officeart/2005/8/layout/vList2"/>
    <dgm:cxn modelId="{48BC5E45-1808-4096-A840-3C82F8608759}" type="presParOf" srcId="{7B4FFD03-3139-4514-9B12-0ED7D7244954}" destId="{2661057B-93F8-46A1-856C-5678966DDD4F}" srcOrd="12" destOrd="0" presId="urn:microsoft.com/office/officeart/2005/8/layout/vList2"/>
    <dgm:cxn modelId="{1AE58B90-8464-4949-A2B3-B4912F48893E}" type="presParOf" srcId="{7B4FFD03-3139-4514-9B12-0ED7D7244954}" destId="{9BF917B7-765B-4E36-9DAE-847C6D9F1B9A}" srcOrd="13" destOrd="0" presId="urn:microsoft.com/office/officeart/2005/8/layout/vList2"/>
    <dgm:cxn modelId="{A00796B9-F954-4277-9B4D-3FB36EFC26F0}" type="presParOf" srcId="{7B4FFD03-3139-4514-9B12-0ED7D7244954}" destId="{80B5F624-9753-4FD5-A4A2-C0F5EC5B0A11}" srcOrd="14" destOrd="0" presId="urn:microsoft.com/office/officeart/2005/8/layout/vList2"/>
    <dgm:cxn modelId="{0E2E2E62-8179-49A3-9A66-3A730C9C428A}" type="presParOf" srcId="{7B4FFD03-3139-4514-9B12-0ED7D7244954}" destId="{728C8C15-FCDD-4087-8150-26FDB79E6C7D}" srcOrd="15" destOrd="0" presId="urn:microsoft.com/office/officeart/2005/8/layout/vList2"/>
    <dgm:cxn modelId="{8F547E5C-8211-460F-BAD2-A58CAB06BAF4}" type="presParOf" srcId="{7B4FFD03-3139-4514-9B12-0ED7D7244954}" destId="{EF88B455-741F-49D9-A50C-EDD46D7BF37F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061DAB4-5ADC-4CC0-BAF7-9CF8B3FB45F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C22032A-FCF2-46AC-BAC2-9FE54A02CC69}">
      <dgm:prSet/>
      <dgm:spPr/>
      <dgm:t>
        <a:bodyPr/>
        <a:lstStyle/>
        <a:p>
          <a:r>
            <a:rPr lang="en-US" dirty="0"/>
            <a:t>What is a Cookie?</a:t>
          </a:r>
        </a:p>
      </dgm:t>
    </dgm:pt>
    <dgm:pt modelId="{591F8E1E-3949-4A97-A8C1-0E1139788A41}" type="parTrans" cxnId="{62BFC7DE-54D5-473B-B135-3405030A2E6D}">
      <dgm:prSet/>
      <dgm:spPr/>
      <dgm:t>
        <a:bodyPr/>
        <a:lstStyle/>
        <a:p>
          <a:endParaRPr lang="en-US"/>
        </a:p>
      </dgm:t>
    </dgm:pt>
    <dgm:pt modelId="{2873CF17-24B4-4B3E-9D7C-7AE8AC2D46A2}" type="sibTrans" cxnId="{62BFC7DE-54D5-473B-B135-3405030A2E6D}">
      <dgm:prSet/>
      <dgm:spPr/>
      <dgm:t>
        <a:bodyPr/>
        <a:lstStyle/>
        <a:p>
          <a:endParaRPr lang="en-US"/>
        </a:p>
      </dgm:t>
    </dgm:pt>
    <dgm:pt modelId="{39276586-F765-4F5C-ADCF-5D410A5A96D3}">
      <dgm:prSet/>
      <dgm:spPr/>
      <dgm:t>
        <a:bodyPr/>
        <a:lstStyle/>
        <a:p>
          <a:r>
            <a:rPr lang="en-US" dirty="0"/>
            <a:t>A cookie is often used to identify a user. A cookie is a small file that the server embeds on the user's computer. Each time the same computer requests a page with a browser, it will send the cookie too.</a:t>
          </a:r>
        </a:p>
      </dgm:t>
    </dgm:pt>
    <dgm:pt modelId="{EB5B6FF4-72BB-4A1B-9231-FFC1EE7CCFBD}" type="parTrans" cxnId="{2CB0C696-587A-44C7-A130-6FF3D36B61B5}">
      <dgm:prSet/>
      <dgm:spPr/>
      <dgm:t>
        <a:bodyPr/>
        <a:lstStyle/>
        <a:p>
          <a:endParaRPr lang="en-US"/>
        </a:p>
      </dgm:t>
    </dgm:pt>
    <dgm:pt modelId="{20B45497-F237-4C2C-832B-AAD6A356B993}" type="sibTrans" cxnId="{2CB0C696-587A-44C7-A130-6FF3D36B61B5}">
      <dgm:prSet/>
      <dgm:spPr/>
      <dgm:t>
        <a:bodyPr/>
        <a:lstStyle/>
        <a:p>
          <a:endParaRPr lang="en-US"/>
        </a:p>
      </dgm:t>
    </dgm:pt>
    <dgm:pt modelId="{7CCBBF9F-5A8D-4D47-84DB-9FD48C3DAB47}" type="pres">
      <dgm:prSet presAssocID="{E061DAB4-5ADC-4CC0-BAF7-9CF8B3FB45FD}" presName="linear" presStyleCnt="0">
        <dgm:presLayoutVars>
          <dgm:animLvl val="lvl"/>
          <dgm:resizeHandles val="exact"/>
        </dgm:presLayoutVars>
      </dgm:prSet>
      <dgm:spPr/>
    </dgm:pt>
    <dgm:pt modelId="{DB4CEC88-7C32-4A72-9C0A-4AC404A3A07D}" type="pres">
      <dgm:prSet presAssocID="{6C22032A-FCF2-46AC-BAC2-9FE54A02CC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9BE96AD-F423-45B8-BC34-B7E8CC0CE611}" type="pres">
      <dgm:prSet presAssocID="{2873CF17-24B4-4B3E-9D7C-7AE8AC2D46A2}" presName="spacer" presStyleCnt="0"/>
      <dgm:spPr/>
    </dgm:pt>
    <dgm:pt modelId="{01CA7E19-1FDF-45D1-935E-96A9B9ACB9C3}" type="pres">
      <dgm:prSet presAssocID="{39276586-F765-4F5C-ADCF-5D410A5A96D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393E549-259D-4894-9DA3-ECAB3573BB97}" type="presOf" srcId="{39276586-F765-4F5C-ADCF-5D410A5A96D3}" destId="{01CA7E19-1FDF-45D1-935E-96A9B9ACB9C3}" srcOrd="0" destOrd="0" presId="urn:microsoft.com/office/officeart/2005/8/layout/vList2"/>
    <dgm:cxn modelId="{2CB0C696-587A-44C7-A130-6FF3D36B61B5}" srcId="{E061DAB4-5ADC-4CC0-BAF7-9CF8B3FB45FD}" destId="{39276586-F765-4F5C-ADCF-5D410A5A96D3}" srcOrd="1" destOrd="0" parTransId="{EB5B6FF4-72BB-4A1B-9231-FFC1EE7CCFBD}" sibTransId="{20B45497-F237-4C2C-832B-AAD6A356B993}"/>
    <dgm:cxn modelId="{1E79AEA2-31AD-4C7A-9B09-B6CD53BC9A1A}" type="presOf" srcId="{6C22032A-FCF2-46AC-BAC2-9FE54A02CC69}" destId="{DB4CEC88-7C32-4A72-9C0A-4AC404A3A07D}" srcOrd="0" destOrd="0" presId="urn:microsoft.com/office/officeart/2005/8/layout/vList2"/>
    <dgm:cxn modelId="{C95E65C3-059C-4E15-AB8A-ED259B74BADE}" type="presOf" srcId="{E061DAB4-5ADC-4CC0-BAF7-9CF8B3FB45FD}" destId="{7CCBBF9F-5A8D-4D47-84DB-9FD48C3DAB47}" srcOrd="0" destOrd="0" presId="urn:microsoft.com/office/officeart/2005/8/layout/vList2"/>
    <dgm:cxn modelId="{62BFC7DE-54D5-473B-B135-3405030A2E6D}" srcId="{E061DAB4-5ADC-4CC0-BAF7-9CF8B3FB45FD}" destId="{6C22032A-FCF2-46AC-BAC2-9FE54A02CC69}" srcOrd="0" destOrd="0" parTransId="{591F8E1E-3949-4A97-A8C1-0E1139788A41}" sibTransId="{2873CF17-24B4-4B3E-9D7C-7AE8AC2D46A2}"/>
    <dgm:cxn modelId="{9E1ED319-4276-4E41-B5F9-A1AD24FF41A3}" type="presParOf" srcId="{7CCBBF9F-5A8D-4D47-84DB-9FD48C3DAB47}" destId="{DB4CEC88-7C32-4A72-9C0A-4AC404A3A07D}" srcOrd="0" destOrd="0" presId="urn:microsoft.com/office/officeart/2005/8/layout/vList2"/>
    <dgm:cxn modelId="{B75B9BB6-5874-4561-891A-3815FE85D976}" type="presParOf" srcId="{7CCBBF9F-5A8D-4D47-84DB-9FD48C3DAB47}" destId="{D9BE96AD-F423-45B8-BC34-B7E8CC0CE611}" srcOrd="1" destOrd="0" presId="urn:microsoft.com/office/officeart/2005/8/layout/vList2"/>
    <dgm:cxn modelId="{D54C767E-1ECB-4B86-A272-32B2EA7F98C0}" type="presParOf" srcId="{7CCBBF9F-5A8D-4D47-84DB-9FD48C3DAB47}" destId="{01CA7E19-1FDF-45D1-935E-96A9B9ACB9C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3FD5739-C89E-4C06-8CE0-4B27701D872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EA32FC-59E2-47CB-9977-A4E3102539FA}">
      <dgm:prSet/>
      <dgm:spPr/>
      <dgm:t>
        <a:bodyPr/>
        <a:lstStyle/>
        <a:p>
          <a:r>
            <a:rPr lang="en-US"/>
            <a:t>What is a SESSION?</a:t>
          </a:r>
        </a:p>
      </dgm:t>
    </dgm:pt>
    <dgm:pt modelId="{AFFEDAD0-C5AD-481D-A4EB-CCF05A0035C7}" type="parTrans" cxnId="{472A1C11-AB63-4F27-B64E-9C17801C04E9}">
      <dgm:prSet/>
      <dgm:spPr/>
      <dgm:t>
        <a:bodyPr/>
        <a:lstStyle/>
        <a:p>
          <a:endParaRPr lang="en-US"/>
        </a:p>
      </dgm:t>
    </dgm:pt>
    <dgm:pt modelId="{4C6E93FA-1720-4B49-BA3D-E2E90F285F19}" type="sibTrans" cxnId="{472A1C11-AB63-4F27-B64E-9C17801C04E9}">
      <dgm:prSet/>
      <dgm:spPr/>
      <dgm:t>
        <a:bodyPr/>
        <a:lstStyle/>
        <a:p>
          <a:endParaRPr lang="en-US"/>
        </a:p>
      </dgm:t>
    </dgm:pt>
    <dgm:pt modelId="{8BA7E5B5-A732-487F-AF04-2AA12AE175D9}">
      <dgm:prSet/>
      <dgm:spPr/>
      <dgm:t>
        <a:bodyPr/>
        <a:lstStyle/>
        <a:p>
          <a:r>
            <a:rPr lang="en-US"/>
            <a:t>A session is a way to store information (in variables) to be used across multiple pages.</a:t>
          </a:r>
        </a:p>
      </dgm:t>
    </dgm:pt>
    <dgm:pt modelId="{E15FB50F-E2D1-47F4-9013-CF561AB74B0E}" type="parTrans" cxnId="{7EB11FDE-4D46-4126-A83B-51FBD996C6ED}">
      <dgm:prSet/>
      <dgm:spPr/>
      <dgm:t>
        <a:bodyPr/>
        <a:lstStyle/>
        <a:p>
          <a:endParaRPr lang="en-US"/>
        </a:p>
      </dgm:t>
    </dgm:pt>
    <dgm:pt modelId="{ACA408D0-20FB-4DC6-8CB9-CE03E2B3C959}" type="sibTrans" cxnId="{7EB11FDE-4D46-4126-A83B-51FBD996C6ED}">
      <dgm:prSet/>
      <dgm:spPr/>
      <dgm:t>
        <a:bodyPr/>
        <a:lstStyle/>
        <a:p>
          <a:endParaRPr lang="en-US"/>
        </a:p>
      </dgm:t>
    </dgm:pt>
    <dgm:pt modelId="{4C73C8B3-9EF4-4B34-AA0F-C9E00E32E28C}" type="pres">
      <dgm:prSet presAssocID="{D3FD5739-C89E-4C06-8CE0-4B27701D872F}" presName="linear" presStyleCnt="0">
        <dgm:presLayoutVars>
          <dgm:animLvl val="lvl"/>
          <dgm:resizeHandles val="exact"/>
        </dgm:presLayoutVars>
      </dgm:prSet>
      <dgm:spPr/>
    </dgm:pt>
    <dgm:pt modelId="{76D13FA6-C7E9-4930-9761-1CB9C23D9C76}" type="pres">
      <dgm:prSet presAssocID="{F2EA32FC-59E2-47CB-9977-A4E3102539F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7771D96-4CDC-4172-B8FC-AB687C418470}" type="pres">
      <dgm:prSet presAssocID="{4C6E93FA-1720-4B49-BA3D-E2E90F285F19}" presName="spacer" presStyleCnt="0"/>
      <dgm:spPr/>
    </dgm:pt>
    <dgm:pt modelId="{1E87BA1C-B1EF-49EA-9102-610D2AB818B6}" type="pres">
      <dgm:prSet presAssocID="{8BA7E5B5-A732-487F-AF04-2AA12AE175D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72A1C11-AB63-4F27-B64E-9C17801C04E9}" srcId="{D3FD5739-C89E-4C06-8CE0-4B27701D872F}" destId="{F2EA32FC-59E2-47CB-9977-A4E3102539FA}" srcOrd="0" destOrd="0" parTransId="{AFFEDAD0-C5AD-481D-A4EB-CCF05A0035C7}" sibTransId="{4C6E93FA-1720-4B49-BA3D-E2E90F285F19}"/>
    <dgm:cxn modelId="{76BD5F29-151F-4AAB-8E70-5D28DD2DE3C4}" type="presOf" srcId="{8BA7E5B5-A732-487F-AF04-2AA12AE175D9}" destId="{1E87BA1C-B1EF-49EA-9102-610D2AB818B6}" srcOrd="0" destOrd="0" presId="urn:microsoft.com/office/officeart/2005/8/layout/vList2"/>
    <dgm:cxn modelId="{267A8ABF-F3B9-4081-8D75-9C763012F4A7}" type="presOf" srcId="{F2EA32FC-59E2-47CB-9977-A4E3102539FA}" destId="{76D13FA6-C7E9-4930-9761-1CB9C23D9C76}" srcOrd="0" destOrd="0" presId="urn:microsoft.com/office/officeart/2005/8/layout/vList2"/>
    <dgm:cxn modelId="{364C9FD8-12F7-4E53-81A0-3D8C9A554E28}" type="presOf" srcId="{D3FD5739-C89E-4C06-8CE0-4B27701D872F}" destId="{4C73C8B3-9EF4-4B34-AA0F-C9E00E32E28C}" srcOrd="0" destOrd="0" presId="urn:microsoft.com/office/officeart/2005/8/layout/vList2"/>
    <dgm:cxn modelId="{7EB11FDE-4D46-4126-A83B-51FBD996C6ED}" srcId="{D3FD5739-C89E-4C06-8CE0-4B27701D872F}" destId="{8BA7E5B5-A732-487F-AF04-2AA12AE175D9}" srcOrd="1" destOrd="0" parTransId="{E15FB50F-E2D1-47F4-9013-CF561AB74B0E}" sibTransId="{ACA408D0-20FB-4DC6-8CB9-CE03E2B3C959}"/>
    <dgm:cxn modelId="{A585F1E1-D8BB-4CA6-81EB-50F4E407DE8D}" type="presParOf" srcId="{4C73C8B3-9EF4-4B34-AA0F-C9E00E32E28C}" destId="{76D13FA6-C7E9-4930-9761-1CB9C23D9C76}" srcOrd="0" destOrd="0" presId="urn:microsoft.com/office/officeart/2005/8/layout/vList2"/>
    <dgm:cxn modelId="{4C1B72D8-0137-440B-BAD6-A327569194F5}" type="presParOf" srcId="{4C73C8B3-9EF4-4B34-AA0F-C9E00E32E28C}" destId="{27771D96-4CDC-4172-B8FC-AB687C418470}" srcOrd="1" destOrd="0" presId="urn:microsoft.com/office/officeart/2005/8/layout/vList2"/>
    <dgm:cxn modelId="{D60E9021-ADD8-4FB4-A236-774E75924301}" type="presParOf" srcId="{4C73C8B3-9EF4-4B34-AA0F-C9E00E32E28C}" destId="{1E87BA1C-B1EF-49EA-9102-610D2AB818B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D26045-54BA-43D8-B93A-89C8D92B6230}">
      <dsp:nvSpPr>
        <dsp:cNvPr id="0" name=""/>
        <dsp:cNvSpPr/>
      </dsp:nvSpPr>
      <dsp:spPr>
        <a:xfrm>
          <a:off x="3286" y="0"/>
          <a:ext cx="5052417" cy="4351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067" tIns="0" rIns="49906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install a web server</a:t>
          </a:r>
        </a:p>
      </dsp:txBody>
      <dsp:txXfrm>
        <a:off x="3286" y="1740535"/>
        <a:ext cx="5052417" cy="2610802"/>
      </dsp:txXfrm>
    </dsp:sp>
    <dsp:sp modelId="{D48717F0-4801-47D6-95DC-6AEA5C12F6DF}">
      <dsp:nvSpPr>
        <dsp:cNvPr id="0" name=""/>
        <dsp:cNvSpPr/>
      </dsp:nvSpPr>
      <dsp:spPr>
        <a:xfrm>
          <a:off x="3286" y="0"/>
          <a:ext cx="5052417" cy="174053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067" tIns="165100" rIns="49906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3286" y="0"/>
        <a:ext cx="5052417" cy="1740535"/>
      </dsp:txXfrm>
    </dsp:sp>
    <dsp:sp modelId="{CDE77921-D009-4936-BCE0-2124F30A1A00}">
      <dsp:nvSpPr>
        <dsp:cNvPr id="0" name=""/>
        <dsp:cNvSpPr/>
      </dsp:nvSpPr>
      <dsp:spPr>
        <a:xfrm>
          <a:off x="5459896" y="0"/>
          <a:ext cx="5052417" cy="43513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067" tIns="0" rIns="499067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install a database, such as MySQL</a:t>
          </a:r>
        </a:p>
      </dsp:txBody>
      <dsp:txXfrm>
        <a:off x="5459896" y="1740535"/>
        <a:ext cx="5052417" cy="2610802"/>
      </dsp:txXfrm>
    </dsp:sp>
    <dsp:sp modelId="{0E063D74-8671-4E5D-836B-B2FE9FA3C4B4}">
      <dsp:nvSpPr>
        <dsp:cNvPr id="0" name=""/>
        <dsp:cNvSpPr/>
      </dsp:nvSpPr>
      <dsp:spPr>
        <a:xfrm>
          <a:off x="5459896" y="0"/>
          <a:ext cx="5052417" cy="174053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9067" tIns="165100" rIns="49906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5459896" y="0"/>
        <a:ext cx="5052417" cy="17405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B7103-7257-44CB-A15E-60AB1708EB1D}">
      <dsp:nvSpPr>
        <dsp:cNvPr id="0" name=""/>
        <dsp:cNvSpPr/>
      </dsp:nvSpPr>
      <dsp:spPr>
        <a:xfrm>
          <a:off x="0" y="29978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/>
            <a:t>&lt;?php</a:t>
          </a:r>
          <a:endParaRPr lang="en-US" sz="5400" kern="1200"/>
        </a:p>
      </dsp:txBody>
      <dsp:txXfrm>
        <a:off x="64768" y="94746"/>
        <a:ext cx="10386064" cy="1197243"/>
      </dsp:txXfrm>
    </dsp:sp>
    <dsp:sp modelId="{F2B84A6D-9BB2-492A-A2A5-615B94B6321B}">
      <dsp:nvSpPr>
        <dsp:cNvPr id="0" name=""/>
        <dsp:cNvSpPr/>
      </dsp:nvSpPr>
      <dsp:spPr>
        <a:xfrm>
          <a:off x="0" y="1512278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Here all php code will be written.</a:t>
          </a:r>
        </a:p>
      </dsp:txBody>
      <dsp:txXfrm>
        <a:off x="64768" y="1577046"/>
        <a:ext cx="10386064" cy="1197243"/>
      </dsp:txXfrm>
    </dsp:sp>
    <dsp:sp modelId="{EFC49A86-194A-4B44-AF2C-0A43FAAB551B}">
      <dsp:nvSpPr>
        <dsp:cNvPr id="0" name=""/>
        <dsp:cNvSpPr/>
      </dsp:nvSpPr>
      <dsp:spPr>
        <a:xfrm>
          <a:off x="0" y="2994579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/>
            <a:t>?&gt;</a:t>
          </a:r>
          <a:endParaRPr lang="en-US" sz="5400" kern="1200"/>
        </a:p>
      </dsp:txBody>
      <dsp:txXfrm>
        <a:off x="64768" y="3059347"/>
        <a:ext cx="10386064" cy="11972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3EB76-5DA4-4792-98F6-E5C43595681F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First the file extension name will be .php </a:t>
          </a:r>
        </a:p>
      </dsp:txBody>
      <dsp:txXfrm>
        <a:off x="47976" y="85244"/>
        <a:ext cx="10419648" cy="886848"/>
      </dsp:txXfrm>
    </dsp:sp>
    <dsp:sp modelId="{2FF0609F-FE28-4FFD-B2B3-57E880ED10EF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The Open server like (xampp,wampp,etc)</a:t>
          </a:r>
        </a:p>
      </dsp:txBody>
      <dsp:txXfrm>
        <a:off x="47976" y="1183245"/>
        <a:ext cx="10419648" cy="886848"/>
      </dsp:txXfrm>
    </dsp:sp>
    <dsp:sp modelId="{1D6169C2-48E7-47C0-802B-21EE5C4EF394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Then run Apache </a:t>
          </a:r>
        </a:p>
      </dsp:txBody>
      <dsp:txXfrm>
        <a:off x="47976" y="2281245"/>
        <a:ext cx="10419648" cy="886848"/>
      </dsp:txXfrm>
    </dsp:sp>
    <dsp:sp modelId="{4D1EAAF4-4DA7-42B0-AB3E-B0EBA60976BE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Then Run .php file</a:t>
          </a:r>
        </a:p>
      </dsp:txBody>
      <dsp:txXfrm>
        <a:off x="47976" y="3379245"/>
        <a:ext cx="10419648" cy="8868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6DE1FE-B2ED-4508-A3DA-F260F196362F}">
      <dsp:nvSpPr>
        <dsp:cNvPr id="0" name=""/>
        <dsp:cNvSpPr/>
      </dsp:nvSpPr>
      <dsp:spPr>
        <a:xfrm>
          <a:off x="0" y="29978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/>
            <a:t>&lt;?php</a:t>
          </a:r>
          <a:endParaRPr lang="en-US" sz="5400" kern="1200"/>
        </a:p>
      </dsp:txBody>
      <dsp:txXfrm>
        <a:off x="64768" y="94746"/>
        <a:ext cx="10386064" cy="1197243"/>
      </dsp:txXfrm>
    </dsp:sp>
    <dsp:sp modelId="{BB39D31C-E40C-4C4C-A3BC-61263241DFC4}">
      <dsp:nvSpPr>
        <dsp:cNvPr id="0" name=""/>
        <dsp:cNvSpPr/>
      </dsp:nvSpPr>
      <dsp:spPr>
        <a:xfrm>
          <a:off x="0" y="1512278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echo “CPC,KiU”;</a:t>
          </a:r>
        </a:p>
      </dsp:txBody>
      <dsp:txXfrm>
        <a:off x="64768" y="1577046"/>
        <a:ext cx="10386064" cy="1197243"/>
      </dsp:txXfrm>
    </dsp:sp>
    <dsp:sp modelId="{B1E76387-E808-4305-A3E9-1C26EB09BBD7}">
      <dsp:nvSpPr>
        <dsp:cNvPr id="0" name=""/>
        <dsp:cNvSpPr/>
      </dsp:nvSpPr>
      <dsp:spPr>
        <a:xfrm>
          <a:off x="0" y="2994579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/>
            <a:t>?&gt;</a:t>
          </a:r>
          <a:endParaRPr lang="en-US" sz="5400" kern="1200"/>
        </a:p>
      </dsp:txBody>
      <dsp:txXfrm>
        <a:off x="64768" y="3059347"/>
        <a:ext cx="10386064" cy="11972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A7394-D91B-4F74-B59A-70DA63633904}">
      <dsp:nvSpPr>
        <dsp:cNvPr id="0" name=""/>
        <dsp:cNvSpPr/>
      </dsp:nvSpPr>
      <dsp:spPr>
        <a:xfrm>
          <a:off x="0" y="29978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/>
            <a:t>&lt;?php</a:t>
          </a:r>
          <a:endParaRPr lang="en-US" sz="5400" kern="1200"/>
        </a:p>
      </dsp:txBody>
      <dsp:txXfrm>
        <a:off x="64768" y="94746"/>
        <a:ext cx="10386064" cy="1197243"/>
      </dsp:txXfrm>
    </dsp:sp>
    <dsp:sp modelId="{67F8FC05-EA0D-4EF0-B6FD-E4B14E034AA5}">
      <dsp:nvSpPr>
        <dsp:cNvPr id="0" name=""/>
        <dsp:cNvSpPr/>
      </dsp:nvSpPr>
      <dsp:spPr>
        <a:xfrm>
          <a:off x="0" y="1512278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5400" kern="1200"/>
            <a:t>echo "&lt;h2&gt;PHP is Fun!&lt;/h2&gt;";</a:t>
          </a:r>
          <a:endParaRPr lang="en-US" sz="5400" kern="1200"/>
        </a:p>
      </dsp:txBody>
      <dsp:txXfrm>
        <a:off x="64768" y="1577046"/>
        <a:ext cx="10386064" cy="1197243"/>
      </dsp:txXfrm>
    </dsp:sp>
    <dsp:sp modelId="{360B6374-D82F-44FA-9C04-AB75576CBA2A}">
      <dsp:nvSpPr>
        <dsp:cNvPr id="0" name=""/>
        <dsp:cNvSpPr/>
      </dsp:nvSpPr>
      <dsp:spPr>
        <a:xfrm>
          <a:off x="0" y="2994579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/>
            <a:t>?&gt;</a:t>
          </a:r>
          <a:endParaRPr lang="en-US" sz="5400" kern="1200"/>
        </a:p>
      </dsp:txBody>
      <dsp:txXfrm>
        <a:off x="64768" y="3059347"/>
        <a:ext cx="10386064" cy="11972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3CA58-E0B6-4707-BF21-138EEED3AFA1}">
      <dsp:nvSpPr>
        <dsp:cNvPr id="0" name=""/>
        <dsp:cNvSpPr/>
      </dsp:nvSpPr>
      <dsp:spPr>
        <a:xfrm>
          <a:off x="0" y="188919"/>
          <a:ext cx="10515600" cy="1228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$x = 5;</a:t>
          </a:r>
        </a:p>
      </dsp:txBody>
      <dsp:txXfrm>
        <a:off x="59970" y="248889"/>
        <a:ext cx="10395660" cy="1108560"/>
      </dsp:txXfrm>
    </dsp:sp>
    <dsp:sp modelId="{F77F3018-2F12-4A0F-9B8D-C5B652C35145}">
      <dsp:nvSpPr>
        <dsp:cNvPr id="0" name=""/>
        <dsp:cNvSpPr/>
      </dsp:nvSpPr>
      <dsp:spPr>
        <a:xfrm>
          <a:off x="0" y="1561419"/>
          <a:ext cx="10515600" cy="1228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$y = "John";</a:t>
          </a:r>
        </a:p>
      </dsp:txBody>
      <dsp:txXfrm>
        <a:off x="59970" y="1621389"/>
        <a:ext cx="10395660" cy="1108560"/>
      </dsp:txXfrm>
    </dsp:sp>
    <dsp:sp modelId="{EC179546-C30C-4C64-B6D0-1BFD57CBB5F6}">
      <dsp:nvSpPr>
        <dsp:cNvPr id="0" name=""/>
        <dsp:cNvSpPr/>
      </dsp:nvSpPr>
      <dsp:spPr>
        <a:xfrm>
          <a:off x="0" y="2933919"/>
          <a:ext cx="10515600" cy="1228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echo  “The name is $y and age is $x”;</a:t>
          </a:r>
        </a:p>
      </dsp:txBody>
      <dsp:txXfrm>
        <a:off x="59970" y="2993889"/>
        <a:ext cx="10395660" cy="1108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E7F1F-A15C-4E51-81B2-7E9F46C38B1F}">
      <dsp:nvSpPr>
        <dsp:cNvPr id="0" name=""/>
        <dsp:cNvSpPr/>
      </dsp:nvSpPr>
      <dsp:spPr>
        <a:xfrm>
          <a:off x="0" y="64156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 PHP, we have the following loop types:</a:t>
          </a:r>
        </a:p>
      </dsp:txBody>
      <dsp:txXfrm>
        <a:off x="38981" y="103137"/>
        <a:ext cx="10437638" cy="720563"/>
      </dsp:txXfrm>
    </dsp:sp>
    <dsp:sp modelId="{85D6ED0F-F183-40BE-8236-029790CF49DE}">
      <dsp:nvSpPr>
        <dsp:cNvPr id="0" name=""/>
        <dsp:cNvSpPr/>
      </dsp:nvSpPr>
      <dsp:spPr>
        <a:xfrm>
          <a:off x="0" y="920281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while </a:t>
          </a:r>
          <a:r>
            <a:rPr lang="en-US" sz="2000" kern="1200"/>
            <a:t>- loops through a block of code as long as the specified condition is true</a:t>
          </a:r>
        </a:p>
      </dsp:txBody>
      <dsp:txXfrm>
        <a:off x="38981" y="959262"/>
        <a:ext cx="10437638" cy="720563"/>
      </dsp:txXfrm>
    </dsp:sp>
    <dsp:sp modelId="{254BBC1E-271A-4D09-82FD-E5719F3FA2C0}">
      <dsp:nvSpPr>
        <dsp:cNvPr id="0" name=""/>
        <dsp:cNvSpPr/>
      </dsp:nvSpPr>
      <dsp:spPr>
        <a:xfrm>
          <a:off x="0" y="1776406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do...while </a:t>
          </a:r>
          <a:r>
            <a:rPr lang="en-US" sz="2000" kern="1200"/>
            <a:t>- loops through a block of code once, and then repeats the loop as long as the specified condition is true</a:t>
          </a:r>
        </a:p>
      </dsp:txBody>
      <dsp:txXfrm>
        <a:off x="38981" y="1815387"/>
        <a:ext cx="10437638" cy="720563"/>
      </dsp:txXfrm>
    </dsp:sp>
    <dsp:sp modelId="{7C3526C4-BC66-47D7-B047-B48C0825A6C4}">
      <dsp:nvSpPr>
        <dsp:cNvPr id="0" name=""/>
        <dsp:cNvSpPr/>
      </dsp:nvSpPr>
      <dsp:spPr>
        <a:xfrm>
          <a:off x="0" y="2632531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for</a:t>
          </a:r>
          <a:r>
            <a:rPr lang="en-US" sz="2000" kern="1200"/>
            <a:t> - loops through a block of code a specified number of times</a:t>
          </a:r>
        </a:p>
      </dsp:txBody>
      <dsp:txXfrm>
        <a:off x="38981" y="2671512"/>
        <a:ext cx="10437638" cy="720563"/>
      </dsp:txXfrm>
    </dsp:sp>
    <dsp:sp modelId="{A9912D6E-4750-4BA8-AC34-5743FA229236}">
      <dsp:nvSpPr>
        <dsp:cNvPr id="0" name=""/>
        <dsp:cNvSpPr/>
      </dsp:nvSpPr>
      <dsp:spPr>
        <a:xfrm>
          <a:off x="0" y="3488656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foreach - loops through a block of code for each element in an array</a:t>
          </a:r>
        </a:p>
      </dsp:txBody>
      <dsp:txXfrm>
        <a:off x="38981" y="3527637"/>
        <a:ext cx="10437638" cy="7205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13F19-3916-4DA7-9EF7-C72B647BECE3}">
      <dsp:nvSpPr>
        <dsp:cNvPr id="0" name=""/>
        <dsp:cNvSpPr/>
      </dsp:nvSpPr>
      <dsp:spPr>
        <a:xfrm>
          <a:off x="0" y="93698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 ($x = 0; $x &lt;= 10; $x++) {</a:t>
          </a:r>
        </a:p>
      </dsp:txBody>
      <dsp:txXfrm>
        <a:off x="26387" y="120085"/>
        <a:ext cx="10462826" cy="487766"/>
      </dsp:txXfrm>
    </dsp:sp>
    <dsp:sp modelId="{F9BB5268-ACE9-4F7E-9B0E-44C8DE1B82CB}">
      <dsp:nvSpPr>
        <dsp:cNvPr id="0" name=""/>
        <dsp:cNvSpPr/>
      </dsp:nvSpPr>
      <dsp:spPr>
        <a:xfrm>
          <a:off x="0" y="697598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echo "The number is: $x &lt;br&gt;";</a:t>
          </a:r>
        </a:p>
      </dsp:txBody>
      <dsp:txXfrm>
        <a:off x="26387" y="723985"/>
        <a:ext cx="10462826" cy="487766"/>
      </dsp:txXfrm>
    </dsp:sp>
    <dsp:sp modelId="{037AACF0-C58D-4BD4-B4D8-2654DA6CB458}">
      <dsp:nvSpPr>
        <dsp:cNvPr id="0" name=""/>
        <dsp:cNvSpPr/>
      </dsp:nvSpPr>
      <dsp:spPr>
        <a:xfrm>
          <a:off x="0" y="13014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}</a:t>
          </a:r>
        </a:p>
      </dsp:txBody>
      <dsp:txXfrm>
        <a:off x="26387" y="1327886"/>
        <a:ext cx="10462826" cy="487766"/>
      </dsp:txXfrm>
    </dsp:sp>
    <dsp:sp modelId="{4D89ADDE-2447-4EAE-83EF-F6D927AC7309}">
      <dsp:nvSpPr>
        <dsp:cNvPr id="0" name=""/>
        <dsp:cNvSpPr/>
      </dsp:nvSpPr>
      <dsp:spPr>
        <a:xfrm>
          <a:off x="0" y="19053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$colors = array("red", "green", "blue", "yellow");</a:t>
          </a:r>
        </a:p>
      </dsp:txBody>
      <dsp:txXfrm>
        <a:off x="26387" y="1931786"/>
        <a:ext cx="10462826" cy="487766"/>
      </dsp:txXfrm>
    </dsp:sp>
    <dsp:sp modelId="{75D6CC66-890C-4207-8BA2-6878EDE7E0DF}">
      <dsp:nvSpPr>
        <dsp:cNvPr id="0" name=""/>
        <dsp:cNvSpPr/>
      </dsp:nvSpPr>
      <dsp:spPr>
        <a:xfrm>
          <a:off x="0" y="25092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foreach ($colors as $x) {</a:t>
          </a:r>
        </a:p>
      </dsp:txBody>
      <dsp:txXfrm>
        <a:off x="26387" y="2535686"/>
        <a:ext cx="10462826" cy="487766"/>
      </dsp:txXfrm>
    </dsp:sp>
    <dsp:sp modelId="{EEF5D114-FC6C-491F-99A3-3D73596C0F10}">
      <dsp:nvSpPr>
        <dsp:cNvPr id="0" name=""/>
        <dsp:cNvSpPr/>
      </dsp:nvSpPr>
      <dsp:spPr>
        <a:xfrm>
          <a:off x="0" y="31131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echo "$x &lt;br&gt;";</a:t>
          </a:r>
        </a:p>
      </dsp:txBody>
      <dsp:txXfrm>
        <a:off x="26387" y="3139586"/>
        <a:ext cx="10462826" cy="487766"/>
      </dsp:txXfrm>
    </dsp:sp>
    <dsp:sp modelId="{62C69B0F-87CA-42F4-A152-D52ACB4F57F4}">
      <dsp:nvSpPr>
        <dsp:cNvPr id="0" name=""/>
        <dsp:cNvSpPr/>
      </dsp:nvSpPr>
      <dsp:spPr>
        <a:xfrm>
          <a:off x="0" y="3717099"/>
          <a:ext cx="10515600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}</a:t>
          </a:r>
        </a:p>
      </dsp:txBody>
      <dsp:txXfrm>
        <a:off x="26387" y="3743486"/>
        <a:ext cx="10462826" cy="4877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2B5BE-8E40-4E54-9AFD-C66D1201CFFF}">
      <dsp:nvSpPr>
        <dsp:cNvPr id="0" name=""/>
        <dsp:cNvSpPr/>
      </dsp:nvSpPr>
      <dsp:spPr>
        <a:xfrm>
          <a:off x="0" y="29978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$age = [6,7,9,5];</a:t>
          </a:r>
        </a:p>
      </dsp:txBody>
      <dsp:txXfrm>
        <a:off x="64768" y="94746"/>
        <a:ext cx="10386064" cy="1197243"/>
      </dsp:txXfrm>
    </dsp:sp>
    <dsp:sp modelId="{F44E13C2-C9BE-4353-A658-7821A23F0EF0}">
      <dsp:nvSpPr>
        <dsp:cNvPr id="0" name=""/>
        <dsp:cNvSpPr/>
      </dsp:nvSpPr>
      <dsp:spPr>
        <a:xfrm>
          <a:off x="0" y="1512278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This is index array.</a:t>
          </a:r>
        </a:p>
      </dsp:txBody>
      <dsp:txXfrm>
        <a:off x="64768" y="1577046"/>
        <a:ext cx="10386064" cy="1197243"/>
      </dsp:txXfrm>
    </dsp:sp>
    <dsp:sp modelId="{9A7A17EA-AFF0-471C-BB23-5CE757F0AFFE}">
      <dsp:nvSpPr>
        <dsp:cNvPr id="0" name=""/>
        <dsp:cNvSpPr/>
      </dsp:nvSpPr>
      <dsp:spPr>
        <a:xfrm>
          <a:off x="0" y="2994579"/>
          <a:ext cx="10515600" cy="13267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kern="1200"/>
            <a:t>Index start with 0.</a:t>
          </a:r>
        </a:p>
      </dsp:txBody>
      <dsp:txXfrm>
        <a:off x="64768" y="3059347"/>
        <a:ext cx="10386064" cy="11972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3DAF7-91F5-4036-B92B-056737FE2CBF}">
      <dsp:nvSpPr>
        <dsp:cNvPr id="0" name=""/>
        <dsp:cNvSpPr/>
      </dsp:nvSpPr>
      <dsp:spPr>
        <a:xfrm>
          <a:off x="0" y="10022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PHP superglobal variables are:</a:t>
          </a:r>
        </a:p>
      </dsp:txBody>
      <dsp:txXfrm>
        <a:off x="20390" y="120613"/>
        <a:ext cx="10474820" cy="376910"/>
      </dsp:txXfrm>
    </dsp:sp>
    <dsp:sp modelId="{3D37BE19-E512-42A7-8B88-5D30B4B4A23F}">
      <dsp:nvSpPr>
        <dsp:cNvPr id="0" name=""/>
        <dsp:cNvSpPr/>
      </dsp:nvSpPr>
      <dsp:spPr>
        <a:xfrm>
          <a:off x="0" y="56687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$GLOBALS </a:t>
          </a:r>
        </a:p>
      </dsp:txBody>
      <dsp:txXfrm>
        <a:off x="20390" y="587263"/>
        <a:ext cx="10474820" cy="376910"/>
      </dsp:txXfrm>
    </dsp:sp>
    <dsp:sp modelId="{12573864-7F0C-4577-B733-EAC8763FFFD0}">
      <dsp:nvSpPr>
        <dsp:cNvPr id="0" name=""/>
        <dsp:cNvSpPr/>
      </dsp:nvSpPr>
      <dsp:spPr>
        <a:xfrm>
          <a:off x="0" y="103352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$_SERVER  </a:t>
          </a:r>
        </a:p>
      </dsp:txBody>
      <dsp:txXfrm>
        <a:off x="20390" y="1053913"/>
        <a:ext cx="10474820" cy="376910"/>
      </dsp:txXfrm>
    </dsp:sp>
    <dsp:sp modelId="{CBB7D47A-D433-47F4-8151-B5E2A67A2E9E}">
      <dsp:nvSpPr>
        <dsp:cNvPr id="0" name=""/>
        <dsp:cNvSpPr/>
      </dsp:nvSpPr>
      <dsp:spPr>
        <a:xfrm>
          <a:off x="0" y="150017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$_REQUEST   </a:t>
          </a:r>
        </a:p>
      </dsp:txBody>
      <dsp:txXfrm>
        <a:off x="20390" y="1520563"/>
        <a:ext cx="10474820" cy="376910"/>
      </dsp:txXfrm>
    </dsp:sp>
    <dsp:sp modelId="{3DCAC48B-054C-4C33-82DA-38634E6C5D09}">
      <dsp:nvSpPr>
        <dsp:cNvPr id="0" name=""/>
        <dsp:cNvSpPr/>
      </dsp:nvSpPr>
      <dsp:spPr>
        <a:xfrm>
          <a:off x="0" y="196682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$_POST</a:t>
          </a:r>
        </a:p>
      </dsp:txBody>
      <dsp:txXfrm>
        <a:off x="20390" y="1987213"/>
        <a:ext cx="10474820" cy="376910"/>
      </dsp:txXfrm>
    </dsp:sp>
    <dsp:sp modelId="{693852A0-60F2-4524-BC12-4AE37867F0AF}">
      <dsp:nvSpPr>
        <dsp:cNvPr id="0" name=""/>
        <dsp:cNvSpPr/>
      </dsp:nvSpPr>
      <dsp:spPr>
        <a:xfrm>
          <a:off x="0" y="2433473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$_ENV  $_COOKIE   </a:t>
          </a:r>
        </a:p>
      </dsp:txBody>
      <dsp:txXfrm>
        <a:off x="20390" y="2453863"/>
        <a:ext cx="10474820" cy="376910"/>
      </dsp:txXfrm>
    </dsp:sp>
    <dsp:sp modelId="{2661057B-93F8-46A1-856C-5678966DDD4F}">
      <dsp:nvSpPr>
        <dsp:cNvPr id="0" name=""/>
        <dsp:cNvSpPr/>
      </dsp:nvSpPr>
      <dsp:spPr>
        <a:xfrm>
          <a:off x="0" y="2900124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$_SESSION </a:t>
          </a:r>
        </a:p>
      </dsp:txBody>
      <dsp:txXfrm>
        <a:off x="20390" y="2920514"/>
        <a:ext cx="10474820" cy="376910"/>
      </dsp:txXfrm>
    </dsp:sp>
    <dsp:sp modelId="{80B5F624-9753-4FD5-A4A2-C0F5EC5B0A11}">
      <dsp:nvSpPr>
        <dsp:cNvPr id="0" name=""/>
        <dsp:cNvSpPr/>
      </dsp:nvSpPr>
      <dsp:spPr>
        <a:xfrm>
          <a:off x="0" y="3366774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$_GET </a:t>
          </a:r>
        </a:p>
      </dsp:txBody>
      <dsp:txXfrm>
        <a:off x="20390" y="3387164"/>
        <a:ext cx="10474820" cy="376910"/>
      </dsp:txXfrm>
    </dsp:sp>
    <dsp:sp modelId="{EF88B455-741F-49D9-A50C-EDD46D7BF37F}">
      <dsp:nvSpPr>
        <dsp:cNvPr id="0" name=""/>
        <dsp:cNvSpPr/>
      </dsp:nvSpPr>
      <dsp:spPr>
        <a:xfrm>
          <a:off x="0" y="3833424"/>
          <a:ext cx="10515600" cy="4176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$_FILES</a:t>
          </a:r>
        </a:p>
      </dsp:txBody>
      <dsp:txXfrm>
        <a:off x="20390" y="3853814"/>
        <a:ext cx="10474820" cy="3769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4CEC88-7C32-4A72-9C0A-4AC404A3A07D}">
      <dsp:nvSpPr>
        <dsp:cNvPr id="0" name=""/>
        <dsp:cNvSpPr/>
      </dsp:nvSpPr>
      <dsp:spPr>
        <a:xfrm>
          <a:off x="0" y="13306"/>
          <a:ext cx="10515600" cy="2119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What is a Cookie?</a:t>
          </a:r>
        </a:p>
      </dsp:txBody>
      <dsp:txXfrm>
        <a:off x="103449" y="116755"/>
        <a:ext cx="10308702" cy="1912264"/>
      </dsp:txXfrm>
    </dsp:sp>
    <dsp:sp modelId="{01CA7E19-1FDF-45D1-935E-96A9B9ACB9C3}">
      <dsp:nvSpPr>
        <dsp:cNvPr id="0" name=""/>
        <dsp:cNvSpPr/>
      </dsp:nvSpPr>
      <dsp:spPr>
        <a:xfrm>
          <a:off x="0" y="2218869"/>
          <a:ext cx="10515600" cy="21191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 cookie is often used to identify a user. A cookie is a small file that the server embeds on the user's computer. Each time the same computer requests a page with a browser, it will send the cookie too.</a:t>
          </a:r>
        </a:p>
      </dsp:txBody>
      <dsp:txXfrm>
        <a:off x="103449" y="2322318"/>
        <a:ext cx="10308702" cy="191226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13FA6-C7E9-4930-9761-1CB9C23D9C76}">
      <dsp:nvSpPr>
        <dsp:cNvPr id="0" name=""/>
        <dsp:cNvSpPr/>
      </dsp:nvSpPr>
      <dsp:spPr>
        <a:xfrm>
          <a:off x="0" y="479652"/>
          <a:ext cx="10515600" cy="1636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What is a SESSION?</a:t>
          </a:r>
        </a:p>
      </dsp:txBody>
      <dsp:txXfrm>
        <a:off x="79911" y="559563"/>
        <a:ext cx="10355778" cy="1477154"/>
      </dsp:txXfrm>
    </dsp:sp>
    <dsp:sp modelId="{1E87BA1C-B1EF-49EA-9102-610D2AB818B6}">
      <dsp:nvSpPr>
        <dsp:cNvPr id="0" name=""/>
        <dsp:cNvSpPr/>
      </dsp:nvSpPr>
      <dsp:spPr>
        <a:xfrm>
          <a:off x="0" y="2234709"/>
          <a:ext cx="10515600" cy="16369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A session is a way to store information (in variables) to be used across multiple pages.</a:t>
          </a:r>
        </a:p>
      </dsp:txBody>
      <dsp:txXfrm>
        <a:off x="79911" y="2314620"/>
        <a:ext cx="10355778" cy="1477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E47760-AFC4-4FEF-80A9-D3C9A603FDD4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655A3B-1460-42EA-A56C-19CA2380D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1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ADA3-0EF7-35BD-7E49-C510BBF82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3E417-41EA-E699-85DE-EBEE7BEE9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8764-37FE-D36A-49D0-0184F5C7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A24BE-79CB-4FEF-AB40-F46CD62FD034}" type="datetime1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B1A9C-97E5-0FA2-C709-61261F8F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8F9CD-D6B2-9C8E-0706-94305EB6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37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D6B3-2E81-0316-86FF-C8DA5BE6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9596F-F46A-CB5C-6CDB-EB4D40627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A2258-C393-4558-01E3-0BA9C0C1A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9BD65-CCE2-425E-A688-CEFC8C1CE514}" type="datetime1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B6DEF-A4EF-FD50-7B30-D34D10C4F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8116D-13C0-FABC-DFBA-51111B2A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0840A397-22F7-44C1-BD16-3031F48586EF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99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A80F-0088-D82E-2120-8AE59DF2B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0D307-BD03-C7D0-F639-21564FA3F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16A07-A187-F464-B505-4A86EBFB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D7081-9E39-47D1-B744-964933787DCC}" type="datetime1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232A8-37D4-17A5-DB0B-72A6868F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A9DC8-051D-7C40-D3A9-A75F2DF9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43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2CC9-6481-F7D4-671B-0516C7C1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5121-B245-7128-E905-A5EB4D2D1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5FD05-30B2-8AE1-4274-D8912D1F8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A5783-1DA1-AA94-6684-E49E4048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4996-D5FB-4FE4-8507-EF51A9A0AB5D}" type="datetime1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5F4A1-D32D-6F4D-10B2-B437E91DC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AAB84-F8A0-00FB-34A9-B9D2479A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5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9B0D2-C0AE-F618-4D81-70C0F2030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B6696-13AC-C2FE-AF1E-D70A0B13F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7C023-AD8E-7ABC-8872-219DF56FF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A5603B-E5A6-3E75-1135-F0A9C560F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473BA-3EE4-088A-4BA9-2C3C6C408E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55041-9EF1-DFF1-16A9-37E7E749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BEA-3132-4BB6-ACDC-25909DC58F16}" type="datetime1">
              <a:rPr lang="en-US" smtClean="0"/>
              <a:t>06-Dec-25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0B962-F3AA-F5A1-D78F-FAED3577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E2D1CD-3616-C79C-F429-722E9692A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5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0B27-D911-5171-ADF1-56E78EF2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E3AF80-3FB1-7239-596B-6EBCDB0B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9F36-474B-416A-85E1-BE3D78AF42C5}" type="datetime1">
              <a:rPr lang="en-US" smtClean="0"/>
              <a:t>06-Dec-25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5DFD11-192A-7E58-8216-0D950B07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F32E5-1174-1E45-FEF6-BF1D8C3F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5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5A2BE1-342C-228D-5A05-5C05669A0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911BD-0029-4A42-B1E6-B9B1B956E14D}" type="datetime1">
              <a:rPr lang="en-US" smtClean="0"/>
              <a:t>06-Dec-25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01A2DE-93AB-F2AD-87BA-A337065D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7761A-6580-E189-7661-8222F74E0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6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27E62-E539-F924-F804-8F5B5BDC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D0EF1-BFC7-93AE-74B1-000C583A6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70718-1F6A-5DF0-ED66-68266AC1B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CE2AF-04E4-5E5A-4090-A13A1029A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D76B-DB58-4C2D-A64A-0A9148658427}" type="datetime1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A3CCD-D7DB-4041-30F6-F1D6F104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11E99-2D2B-1954-0800-91786596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734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C617-69DD-6AD0-244E-E0279E44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86549E-2F5D-8E93-21C7-CAD240CDE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3EB91-F254-7AF0-81F6-CA10CF4DB2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587DC-064E-85B5-DD25-FE588C08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2633F-66A1-40AA-B031-AFF4A993EDEC}" type="datetime1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D6814-55B2-E551-A5B8-D7E6861F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D1463-2A21-1287-B5A0-B00491D69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16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35A0-5E5C-E6A8-B19E-DEA8AFFF9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DCDC7-79F5-FE57-EF7C-B59B985BE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C642D-C24B-9888-2FD7-444053E6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2D46-FA0C-4127-A7A8-01A33F338711}" type="datetime1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0E43C-6303-E63F-2ACA-CAEEBF7A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47896-3CE2-C29E-3948-9FDEC0C9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2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D08C06-A99E-E573-C4D6-540C0A302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74822-0F37-4439-C0C4-16BE2B021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2FAB5-98D0-E452-817D-98BA164B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436EB-22EB-45E4-8691-B2B7F7BFBE80}" type="datetime1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17952-3B18-BEE2-8733-5A569860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03BF-55C0-21BB-7B2D-400C36A20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46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09151-7CAF-CECE-1227-5C0724E9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1040E-F1F3-1E70-C0D2-F3FA87A21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B6B8D-8F7B-4C98-91C5-64668618A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AEB33-8507-4E16-8322-DE465C5E44A2}" type="datetime1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3AE3-A8F9-10AC-00E3-273843070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Note: This slides has made according to w3school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EBBCF-7569-03D6-AF37-CD02C3A99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40A397-22F7-44C1-BD16-3031F4858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6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php/php_superglobals_post.asp" TargetMode="External"/><Relationship Id="rId2" Type="http://schemas.openxmlformats.org/officeDocument/2006/relationships/hyperlink" Target="https://www.w3schools.com/php/php_superglobals_get.asp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9025F-C659-1E90-62F1-989DD0E83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 dirty="0"/>
              <a:t>Introduction to PHP for Web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10005-F63D-42CF-6368-A7363118B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US" sz="1500" i="1"/>
              <a:t>Prepared by</a:t>
            </a:r>
          </a:p>
          <a:p>
            <a:r>
              <a:rPr lang="en-US" sz="1500" i="1"/>
              <a:t> Mahadi Hassan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09465-E033-72F6-7CEC-4B4BC36B3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24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3049-0F5B-8952-55DA-EBC695E8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840A397-22F7-44C1-BD16-3031F48586EF}" type="slidenum">
              <a:rPr lang="en-US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81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1E0B-B473-385B-67D1-F05D0AF8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PHP?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F28CC-967E-6B2E-FD0E-2583FE218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US" b="1" dirty="0"/>
              <a:t>PHP – Hypertext Preprocessor</a:t>
            </a:r>
          </a:p>
          <a:p>
            <a:r>
              <a:rPr lang="en-US" b="1" dirty="0"/>
              <a:t>PHP</a:t>
            </a:r>
            <a:r>
              <a:rPr lang="en-US" dirty="0"/>
              <a:t> stands for </a:t>
            </a:r>
            <a:r>
              <a:rPr lang="en-US" b="1" dirty="0"/>
              <a:t>Hypertext Preprocessor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is a </a:t>
            </a:r>
            <a:r>
              <a:rPr lang="en-US" b="1" dirty="0"/>
              <a:t>server-side scripting language</a:t>
            </a:r>
            <a:r>
              <a:rPr lang="en-US" dirty="0"/>
              <a:t> widely used for web development.</a:t>
            </a:r>
          </a:p>
          <a:p>
            <a:r>
              <a:rPr lang="en-US" b="1" dirty="0"/>
              <a:t>Why PHP?</a:t>
            </a:r>
          </a:p>
          <a:p>
            <a:r>
              <a:rPr lang="en-US" dirty="0"/>
              <a:t>PHP runs on the </a:t>
            </a:r>
            <a:r>
              <a:rPr lang="en-US" b="1" dirty="0"/>
              <a:t>server</a:t>
            </a:r>
            <a:r>
              <a:rPr lang="en-US" dirty="0"/>
              <a:t>, not in the browser.</a:t>
            </a:r>
          </a:p>
          <a:p>
            <a:r>
              <a:rPr lang="en-US" dirty="0"/>
              <a:t>It is a </a:t>
            </a:r>
            <a:r>
              <a:rPr lang="en-US" b="1" dirty="0"/>
              <a:t>powerful tool</a:t>
            </a:r>
            <a:r>
              <a:rPr lang="en-US" dirty="0"/>
              <a:t> for creating </a:t>
            </a:r>
            <a:r>
              <a:rPr lang="en-US" b="1" dirty="0"/>
              <a:t>dynamic</a:t>
            </a:r>
            <a:r>
              <a:rPr lang="en-US" dirty="0"/>
              <a:t> and </a:t>
            </a:r>
            <a:r>
              <a:rPr lang="en-US" b="1" dirty="0"/>
              <a:t>interactive</a:t>
            </a:r>
            <a:r>
              <a:rPr lang="en-US" dirty="0"/>
              <a:t> web pages.</a:t>
            </a:r>
          </a:p>
          <a:p>
            <a:r>
              <a:rPr lang="en-US" dirty="0"/>
              <a:t>It works smoothly with </a:t>
            </a:r>
            <a:r>
              <a:rPr lang="en-US" b="1" dirty="0"/>
              <a:t>HTML</a:t>
            </a:r>
            <a:r>
              <a:rPr lang="en-US" dirty="0"/>
              <a:t>, </a:t>
            </a:r>
            <a:r>
              <a:rPr lang="en-US" b="1" dirty="0"/>
              <a:t>CSS</a:t>
            </a:r>
            <a:r>
              <a:rPr lang="en-US" dirty="0"/>
              <a:t>, </a:t>
            </a:r>
            <a:r>
              <a:rPr lang="en-US" b="1" dirty="0"/>
              <a:t>JavaScript</a:t>
            </a:r>
            <a:r>
              <a:rPr lang="en-US" dirty="0"/>
              <a:t>, and </a:t>
            </a:r>
            <a:r>
              <a:rPr lang="en-US" b="1" dirty="0"/>
              <a:t>databases</a:t>
            </a:r>
            <a:r>
              <a:rPr lang="en-US" dirty="0"/>
              <a:t> like </a:t>
            </a:r>
            <a:r>
              <a:rPr lang="en-US" b="1" dirty="0"/>
              <a:t>MySQL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172CEF-E11C-1F1D-9A86-0027C041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6446D-ACA8-15DB-81CB-EAE3726A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99AB1AB-BB55-7473-57BE-6B90E0874FE0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530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8B5F-C51A-5D2E-A998-90CE18275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Install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DBD5F3C3-0319-71A1-217D-0A9E35B16A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9414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D5300-97FA-D5DF-8596-F2A9674CA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D7081-F25E-833E-FE0F-3E7330C5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65A008-D0BF-3376-3781-E7CDD6DD49D8}"/>
              </a:ext>
            </a:extLst>
          </p:cNvPr>
          <p:cNvCxnSpPr/>
          <p:nvPr/>
        </p:nvCxnSpPr>
        <p:spPr>
          <a:xfrm>
            <a:off x="838200" y="1706448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900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2ABDB-09D8-A701-98EC-B4C621F9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– Syntax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70D3D94A-783B-2DB8-743A-1F8E951BFE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50E679-80F5-41F9-3BB9-812D6979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578B9-5D64-5350-2FF9-6F40ED29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9822BD-53BC-E187-AA32-A3525E3CE52C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74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C886-BF02-DE39-894E-E1B09E1AC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– Run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3B74FC30-507E-FC35-CC45-1D8C67CF10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7596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5691C-7FB2-3407-4F54-BFB69BCF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B2E9A0-26CE-7F0B-028D-A7765168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08334C-CFF1-4593-7117-065512FDEFEB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75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E9CE-7A56-C98D-844A-D24EBE8D0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– First Code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AA4610BC-4EA1-BBFA-A596-FC2372F403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2290F-B2FF-B7AE-A3A6-66DB7A8B6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3FE63-76E2-BFB2-66EF-A16635CF7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7BFDC2-1BC2-46A0-043A-AC0FA0A6A893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568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A086-0D8A-1083-FA8E-BA5D40A4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in PHP File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9A57408-35C7-6411-D0D6-E90EB45835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EF41F-1647-4BE8-92EA-18E5832F9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F1A79-3775-3BD8-25A8-6B55B81C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5CDC6F-D9AF-175B-8F51-38659B093EB7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08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E0F3D-A66A-9FC4-FB88-AE302C2D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– Variable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88352-857B-BB88-A9A2-2A6FD7DB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Rules for PHP variables:</a:t>
            </a:r>
          </a:p>
          <a:p>
            <a:r>
              <a:rPr lang="en-US" dirty="0"/>
              <a:t>A variable starts with the $ sign, followed by the name of the variable</a:t>
            </a:r>
          </a:p>
          <a:p>
            <a:r>
              <a:rPr lang="en-US" dirty="0"/>
              <a:t>A variable name must start with a letter or the underscore character</a:t>
            </a:r>
          </a:p>
          <a:p>
            <a:r>
              <a:rPr lang="en-US" dirty="0"/>
              <a:t>A variable name cannot start with a number</a:t>
            </a:r>
          </a:p>
          <a:p>
            <a:r>
              <a:rPr lang="en-US" dirty="0"/>
              <a:t>A variable name can only contain alpha-numeric characters and underscores (A-z, 0-9, and _ )</a:t>
            </a:r>
          </a:p>
          <a:p>
            <a:r>
              <a:rPr lang="en-US" dirty="0"/>
              <a:t>Variable names are case-sensitive ($age and $AGE are two different variables)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85504F-9A3E-480F-2B7A-655E6A30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BB31E-2004-F7E0-3EB2-745D109C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213B87-6F44-02BB-A838-B0C6D5F8BC3A}"/>
              </a:ext>
            </a:extLst>
          </p:cNvPr>
          <p:cNvCxnSpPr/>
          <p:nvPr/>
        </p:nvCxnSpPr>
        <p:spPr>
          <a:xfrm>
            <a:off x="838200" y="150368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6624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EF867-C2EC-A0F2-D07E-E3C984FC9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- Variable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32830F1C-D311-ED85-B01A-A64E7F344F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D7C6E-7EDC-8A2A-9B5A-A075978ED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CCAA1-804D-9BA5-7771-A4D22B8B0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1C0704-434F-97A9-5748-E82B0D77997A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880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7337-2C2B-C020-4D59-398FC2DA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– Loops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438D696-BA5C-BA1E-0F16-717FB9B43E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9172E8-7390-0E7B-75EC-86A5BE6A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CA81A-C027-9F0D-37EA-B702107D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93765D3-5110-829A-D833-0B9C0713A16C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95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CD1C9-0EBA-484F-3180-1AD6CE4F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BF0A-7C87-302A-8AB0-AEABCF9DE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– Loops (Continue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D5852E2-EE9B-DB84-DAAB-1B36384F95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1ED9E-941E-5965-2DC8-3DCE521D5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5B920-5CE3-AF9B-3434-67971F903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7192CA-10D5-D316-D646-D47002E74366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3071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4DF8-BBD8-7430-FC5A-B625F1E2A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– Array 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0D548BDE-B5CB-1C20-FB7F-AFFCA49349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9ED80-FA65-F308-F20F-9A4413D96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8DE01-C267-6C84-3516-350C2DA3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23A560-6620-448F-F583-F0E795BADFB0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72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5EA95A-8210-655B-D202-2F27196B0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ECDDB-5353-8FCA-816C-2B93A0B9C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US"/>
              <a:t>PHP – Array (continue)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8921-E280-B125-FA2B-71DABC09F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&lt;?php</a:t>
            </a:r>
          </a:p>
          <a:p>
            <a:pPr marL="0" indent="0">
              <a:buNone/>
            </a:pPr>
            <a:r>
              <a:rPr lang="en-US" sz="2000"/>
              <a:t>$person = [</a:t>
            </a:r>
          </a:p>
          <a:p>
            <a:pPr marL="0" indent="0">
              <a:buNone/>
            </a:pPr>
            <a:r>
              <a:rPr lang="en-US" sz="2000"/>
              <a:t>    'name' =&gt; 'Mahadi',</a:t>
            </a:r>
          </a:p>
          <a:p>
            <a:pPr marL="0" indent="0">
              <a:buNone/>
            </a:pPr>
            <a:r>
              <a:rPr lang="en-US" sz="2000"/>
              <a:t>    'age' =&gt; 25,</a:t>
            </a:r>
          </a:p>
          <a:p>
            <a:pPr marL="0" indent="0">
              <a:buNone/>
            </a:pPr>
            <a:r>
              <a:rPr lang="en-US" sz="2000"/>
              <a:t>    'email' =&gt; 'mahadi@example.com'</a:t>
            </a:r>
          </a:p>
          <a:p>
            <a:pPr marL="0" indent="0">
              <a:buNone/>
            </a:pPr>
            <a:r>
              <a:rPr lang="en-US" sz="2000"/>
              <a:t>];</a:t>
            </a:r>
          </a:p>
          <a:p>
            <a:pPr marL="0" indent="0">
              <a:buNone/>
            </a:pPr>
            <a:br>
              <a:rPr lang="en-US" sz="2000"/>
            </a:br>
            <a:endParaRPr lang="en-US" sz="2000"/>
          </a:p>
          <a:p>
            <a:pPr marL="0" indent="0">
              <a:buNone/>
            </a:pPr>
            <a:r>
              <a:rPr lang="en-US" sz="2000"/>
              <a:t>echo $person['name'];  </a:t>
            </a:r>
          </a:p>
          <a:p>
            <a:pPr marL="0" indent="0">
              <a:buNone/>
            </a:pPr>
            <a:r>
              <a:rPr lang="en-US" sz="2000"/>
              <a:t>echo $person['age'];  </a:t>
            </a:r>
          </a:p>
          <a:p>
            <a:pPr marL="0" indent="0">
              <a:buNone/>
            </a:pPr>
            <a:r>
              <a:rPr lang="en-US" sz="2000"/>
              <a:t>echo $person['email']; </a:t>
            </a:r>
          </a:p>
          <a:p>
            <a:pPr marL="0" indent="0">
              <a:buNone/>
            </a:pPr>
            <a:r>
              <a:rPr lang="en-US" sz="2000"/>
              <a:t>?&gt;</a:t>
            </a:r>
          </a:p>
          <a:p>
            <a:pPr marL="0" indent="0">
              <a:buNone/>
            </a:pPr>
            <a:br>
              <a:rPr lang="en-US" sz="2000"/>
            </a:b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9E6CAF-A86E-3256-9354-74EDB72A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7D1B7-9894-ADE8-EFE4-446654C1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40A397-22F7-44C1-BD16-3031F48586EF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254341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C1B8-2921-1D9B-F3D7-947B4F31E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D7A81-9CAE-64A9-18FC-6182B2D61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PHP – Array (continue)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EF2FF-B1F8-6054-6477-7F3E9B9AB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$person = [</a:t>
            </a:r>
          </a:p>
          <a:p>
            <a:pPr marL="0" indent="0">
              <a:buNone/>
            </a:pPr>
            <a:r>
              <a:rPr lang="en-US" dirty="0"/>
              <a:t>    'name' =&gt; 'Mahadi',</a:t>
            </a:r>
          </a:p>
          <a:p>
            <a:pPr marL="0" indent="0">
              <a:buNone/>
            </a:pPr>
            <a:r>
              <a:rPr lang="en-US" dirty="0"/>
              <a:t>    'age' =&gt; 25,</a:t>
            </a:r>
          </a:p>
          <a:p>
            <a:pPr marL="0" indent="0">
              <a:buNone/>
            </a:pPr>
            <a:r>
              <a:rPr lang="en-US" dirty="0"/>
              <a:t>    'email' =&gt; 'mahadi@example.com'</a:t>
            </a:r>
          </a:p>
          <a:p>
            <a:pPr marL="0" indent="0">
              <a:buNone/>
            </a:pPr>
            <a:r>
              <a:rPr lang="en-US" dirty="0"/>
              <a:t>];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foreach($person as $key =&gt; $value){</a:t>
            </a:r>
          </a:p>
          <a:p>
            <a:pPr marL="0" indent="0">
              <a:buNone/>
            </a:pPr>
            <a:r>
              <a:rPr lang="en-US" dirty="0"/>
              <a:t>    echo $key . ": " . $value . "\n";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?&gt;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04A0B-7293-72F6-2DAD-FF107E855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03A1-879D-7E34-6E5F-AA2CFEF3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559E79-72E1-70C2-3FDC-6DA2B7617004}"/>
              </a:ext>
            </a:extLst>
          </p:cNvPr>
          <p:cNvCxnSpPr/>
          <p:nvPr/>
        </p:nvCxnSpPr>
        <p:spPr>
          <a:xfrm>
            <a:off x="838200" y="160528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193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2CB3-5D19-EB96-2898-1D0F4A136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4AB4A-DE37-551E-0E13-CA7209629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– Super Global Variable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A9D23BC1-C597-0BE9-C889-8E8528101A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3C17B-D9D0-0EAA-A857-7A0DC0CC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39640-3D01-9D67-0666-57FE7049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07B752-E1DE-D512-C28E-2587765197C6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259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6FCF-BCE0-920D-00FC-E8C0EE66A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- $_SERVER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50A4-72D7-207C-812C-4F438B4AD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echo $_SERVER['PHP_SELF'];</a:t>
            </a:r>
          </a:p>
          <a:p>
            <a:r>
              <a:rPr lang="en-US" dirty="0"/>
              <a:t>echo $_SERVER['SERVER_NAME'];</a:t>
            </a:r>
          </a:p>
          <a:p>
            <a:r>
              <a:rPr lang="en-US" dirty="0"/>
              <a:t>echo $_SERVER['HTTP_HOST'];</a:t>
            </a:r>
          </a:p>
          <a:p>
            <a:r>
              <a:rPr lang="en-US" dirty="0"/>
              <a:t>echo $_SERVER['HTTP_REFERER'];</a:t>
            </a:r>
          </a:p>
          <a:p>
            <a:r>
              <a:rPr lang="en-US" dirty="0"/>
              <a:t>echo $_SERVER['HTTP_USER_AGENT'];</a:t>
            </a:r>
          </a:p>
          <a:p>
            <a:r>
              <a:rPr lang="en-US" dirty="0"/>
              <a:t>echo $_SERVER['SCRIPT_NAME'];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ED916C-736C-978F-6864-ED5EF625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BAB70D-FC05-F528-F8BD-E3B09ABF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B4E9333-3450-3F31-1AC1-53968AEF7DDD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43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FABD-A59E-DDC2-30D5-B2ED6150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F66C-3BEC-D28D-33D1-ADB9DCFA9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- $_REQUEST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741FD-F7EF-9C07-60AD-B9959A8E8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$_REQUEST is a PHP super global variable which contains submitted form data, and all cookie data.</a:t>
            </a:r>
          </a:p>
          <a:p>
            <a:r>
              <a:rPr lang="en-US" dirty="0"/>
              <a:t>$_REQUEST is an array containing data from </a:t>
            </a:r>
            <a:r>
              <a:rPr lang="en-US" dirty="0">
                <a:hlinkClick r:id="rId2"/>
              </a:rPr>
              <a:t>$_GET</a:t>
            </a:r>
            <a:r>
              <a:rPr lang="en-US" dirty="0"/>
              <a:t>, </a:t>
            </a:r>
            <a:r>
              <a:rPr lang="en-US" dirty="0">
                <a:hlinkClick r:id="rId3"/>
              </a:rPr>
              <a:t>$_POST</a:t>
            </a:r>
            <a:r>
              <a:rPr lang="en-US" dirty="0"/>
              <a:t>, and $_COOKIE.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C2BAA-46B7-C8BE-F406-A9C5F93D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E8CE8-093F-1A58-6AD0-71984CC3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DD8FAEB-B45A-920E-005F-DC2CC4CF6C9B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883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B1829-2643-DBF2-9A54-F0BFF1277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97AD3-968A-870A-8784-CF9E0971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 - $_GET and $_POST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829ED-4470-02FE-4E17-6E1832AE2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in class room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D54704-C2AF-8D30-81E9-35B494F5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4077F-1B53-10D4-676D-C9CAC01F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EA67F7-16BF-095D-D190-B1BF5CACAA00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58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AD41-2F32-44B6-B03C-4D933869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PHP-$_COOKIE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B08C1BCC-2B76-E266-BF62-14CE2CBC36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0B9D8-109A-573D-9B37-A31AFAAA1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C05797-AD51-FA6E-D572-1F924A1AD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AAFC41-C91E-547C-329F-B1CA20CE98AA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967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C4EB3-CE4E-90E9-0B5F-C5115E9E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767B-3177-2952-9373-21553C23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PHP-$_COOKIE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E6F8E-ADF4-F1CF-D538-F5876498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52701-D479-3E46-C919-E5124AAA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799A43-E15D-C7A6-A4DB-5D7BEACC958D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30F0C4-C780-4D55-E567-A2F3E9787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 </a:t>
            </a:r>
            <a:r>
              <a:rPr lang="en-US" dirty="0" err="1"/>
              <a:t>setcookie</a:t>
            </a:r>
            <a:r>
              <a:rPr lang="en-US" dirty="0"/>
              <a:t>(name, value, </a:t>
            </a:r>
            <a:r>
              <a:rPr lang="en-US" dirty="0" err="1"/>
              <a:t>expire_time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setcookie</a:t>
            </a:r>
            <a:r>
              <a:rPr lang="en-US" dirty="0"/>
              <a:t>("username", "Mahadi", time() + 3600); // </a:t>
            </a:r>
            <a:r>
              <a:rPr lang="en-US"/>
              <a:t>1 hour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echo "Cookie has been set!";</a:t>
            </a:r>
          </a:p>
          <a:p>
            <a:pPr marL="0" indent="0">
              <a:buNone/>
            </a:pPr>
            <a:r>
              <a:rPr lang="en-US" dirty="0"/>
              <a:t>?&gt;</a:t>
            </a:r>
          </a:p>
          <a:p>
            <a:pPr marL="0" indent="0">
              <a:buNone/>
            </a:pPr>
            <a:r>
              <a:rPr lang="en-US" dirty="0"/>
              <a:t>&lt;?</a:t>
            </a:r>
            <a:r>
              <a:rPr lang="en-US" dirty="0" err="1"/>
              <a:t>php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if(</a:t>
            </a:r>
            <a:r>
              <a:rPr lang="en-US" dirty="0" err="1"/>
              <a:t>isset</a:t>
            </a:r>
            <a:r>
              <a:rPr lang="en-US" dirty="0"/>
              <a:t>($_COOKIE["username"])) {</a:t>
            </a:r>
          </a:p>
          <a:p>
            <a:pPr marL="0" indent="0">
              <a:buNone/>
            </a:pPr>
            <a:r>
              <a:rPr lang="en-US" dirty="0"/>
              <a:t>    echo "Welcome, " . $_COOKIE["username"];</a:t>
            </a:r>
          </a:p>
          <a:p>
            <a:pPr marL="0" indent="0">
              <a:buNone/>
            </a:pPr>
            <a:r>
              <a:rPr lang="en-US" dirty="0"/>
              <a:t>} else {</a:t>
            </a:r>
          </a:p>
          <a:p>
            <a:pPr marL="0" indent="0">
              <a:buNone/>
            </a:pPr>
            <a:r>
              <a:rPr lang="en-US" dirty="0"/>
              <a:t>    echo "Cookie not found!";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?&gt;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038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213A-53E2-7EC1-DEA0-902DF9077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6F2D-216B-8C18-7DDD-F1B897FB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PHP-$_SESSION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F1780B76-CE65-1C50-C0F1-45AA8A1957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20B80-E99E-3796-1170-170C379E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Note: This slides has made according to w3school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D6B4B-9D04-7EEF-6750-7A51A86C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40A397-22F7-44C1-BD16-3031F48586EF}" type="slidenum">
              <a:rPr lang="en-US" smtClean="0"/>
              <a:pPr/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C8B453-913B-8826-D377-F244BA9A3311}"/>
              </a:ext>
            </a:extLst>
          </p:cNvPr>
          <p:cNvCxnSpPr/>
          <p:nvPr/>
        </p:nvCxnSpPr>
        <p:spPr>
          <a:xfrm>
            <a:off x="838200" y="1696720"/>
            <a:ext cx="10515600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26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1051</Words>
  <Application>Microsoft Office PowerPoint</Application>
  <PresentationFormat>Widescreen</PresentationFormat>
  <Paragraphs>169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Introduction to PHP for Web Design</vt:lpstr>
      <vt:lpstr>What is PHP?</vt:lpstr>
      <vt:lpstr>PHP Install</vt:lpstr>
      <vt:lpstr>PHP – Syntax </vt:lpstr>
      <vt:lpstr>PHP – Run </vt:lpstr>
      <vt:lpstr>PHP – First Code</vt:lpstr>
      <vt:lpstr>HTML in PHP File</vt:lpstr>
      <vt:lpstr>PHP – Variable </vt:lpstr>
      <vt:lpstr>PHP - Variable</vt:lpstr>
      <vt:lpstr>PHP – Loops </vt:lpstr>
      <vt:lpstr>PHP – Loops (Continue </vt:lpstr>
      <vt:lpstr>PHP – Array </vt:lpstr>
      <vt:lpstr>PHP – Array (continue)</vt:lpstr>
      <vt:lpstr>PHP – Array (continue)</vt:lpstr>
      <vt:lpstr>PHP – Super Global Variable</vt:lpstr>
      <vt:lpstr>PHP - $_SERVER</vt:lpstr>
      <vt:lpstr>PHP - $_REQUEST</vt:lpstr>
      <vt:lpstr>PHP - $_GET and $_POST</vt:lpstr>
      <vt:lpstr>PHP-$_COOKIE</vt:lpstr>
      <vt:lpstr>PHP-$_COOKIE</vt:lpstr>
      <vt:lpstr>PHP-$_SESSION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Mahadi Hassan</dc:creator>
  <cp:lastModifiedBy>Mahadi Hassan</cp:lastModifiedBy>
  <cp:revision>4</cp:revision>
  <dcterms:created xsi:type="dcterms:W3CDTF">2025-12-04T02:44:44Z</dcterms:created>
  <dcterms:modified xsi:type="dcterms:W3CDTF">2025-12-06T01:50:17Z</dcterms:modified>
</cp:coreProperties>
</file>