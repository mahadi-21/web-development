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29CFE-ED80-49FC-91D3-7F76BD733BE1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C54AD-00F8-4F01-AB50-E1B96FB69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0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0D3F-9AD6-E357-A060-EA57143C6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9AFB6-6E80-CCF1-C210-AD74584E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4E97A-1ED1-6A48-370E-74759D1E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CE66-11E0-4649-96FB-2F307457B9EA}" type="datetime1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8FF11-9B9F-0EEA-163A-4675A44B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C7746-7CC8-678B-0C5E-2BE51AB1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0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E120-0280-BB95-F283-5EA2BC76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407AC-7719-85DC-5165-D31AE7DB9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DDF6-304E-CB8B-D8B1-46C3BC4C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28E4A-A6D7-4DE3-8CE6-43A3252F9E82}" type="datetime1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C91BA-E0D2-1DBF-20A4-2C29DCD7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CA7B5-2ED5-C440-07B1-5C5EF0CC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0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5A3B-32F0-6817-456B-9E9BAD6C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F150F-423A-7BF5-4B63-381CB3D15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70379-FFF9-7262-35A3-6387EDF8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D3150-D298-4038-8CEF-E0712AFC22A5}" type="datetime1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FA2D4-F365-FF8F-4682-31557E63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C885A-FBB0-2FF4-AFA3-67EC1925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3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58E8-0A7F-3225-CA2E-D7DF9AD8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BDBD1-3472-9CE5-02CD-2D436A843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3D854-2453-E41B-8512-5283881AB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8B369-DE0A-F689-9A66-88592E01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2F15-5CA8-43B8-B709-E1CB1925F3AB}" type="datetime1">
              <a:rPr lang="en-US" smtClean="0"/>
              <a:t>31-Jan-26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21DBF-5280-3E5C-B492-486B9EC4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DBD45-8B78-C013-E029-37E0A96B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9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B544-432B-83AE-C544-B12FB5519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D8AF4-485A-3EA8-28CD-B5CCFE673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E3257-4D97-E529-256C-FF0505154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4D0DC-7A7F-E800-7CE9-422E78AA1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94903-D195-E3D8-3019-B9B0C0587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47974-8439-240E-F65F-912E2FB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3503C-EB07-47BA-97F7-2E9A45CEF9C5}" type="datetime1">
              <a:rPr lang="en-US" smtClean="0"/>
              <a:t>31-Jan-26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CDA15D-420A-B8D7-10D8-B50EB4DB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137A8-D10E-9CB9-2B65-A29FA18A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6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C310-35B0-E630-738E-ED23F2B0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E073E-155C-21BE-8D28-1272E989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6B20-33EC-4268-808F-3C1B15582259}" type="datetime1">
              <a:rPr lang="en-US" smtClean="0"/>
              <a:t>31-Jan-26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8B061-496E-618F-FAC1-DFE364DA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8D9D4-167F-8FCB-43F5-E922929A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8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2B05C-3E0D-484F-6353-13093FCE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9603-FE49-4A10-8262-941C3BD97787}" type="datetime1">
              <a:rPr lang="en-US" smtClean="0"/>
              <a:t>31-Jan-26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4CF09-0775-ED16-6CC3-6CD70B06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31DED-7289-1739-365A-F4B36C66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9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CA4A-D6C6-1B2D-BA25-C0BC54A6B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9796-627E-D8C4-1B74-C22F08C0D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53F61-F9DC-A0FB-0FDE-E86F8513F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3364B-BBD8-C346-976D-2F0C4EED6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2BF82-AE6B-4F1D-9F4B-1DFAA17D1609}" type="datetime1">
              <a:rPr lang="en-US" smtClean="0"/>
              <a:t>31-Jan-26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008BE-4967-E905-30F9-3A04677D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8D94F-56C7-F6B8-5681-06F02A9A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D148-0D52-CB61-D077-5CBBD2AD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4529B-1854-AA72-6366-AD2C0C50F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371D0-1754-916B-6612-E8A188CB8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B5052-3FC9-221A-4921-F72AD06C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C9326-B906-4731-9B97-FAAF9960EA3A}" type="datetime1">
              <a:rPr lang="en-US" smtClean="0"/>
              <a:t>31-Jan-26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9CB14-28E1-7828-BC2B-89F3769F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ED352-78F8-3A86-1B51-0CC9EA57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30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CEA4-FF13-1687-D4FA-8FA10DC2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FE8F1-0F81-47CB-FA92-E5107ECA8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532E-ADF5-9A1C-C42F-542B9657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DCE6-E4C1-4FB9-ACFE-08BEF4E7806B}" type="datetime1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448F6-DA57-B5D8-7622-34A1D41F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1937A-AEF4-B823-35DA-DB6E8BC0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8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DFE83E-8283-E68F-1CD4-D62E1ED97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C8239-22B2-8B9F-A438-394DE7351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30A4D-6360-5AB4-486A-A7EE7631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4535-07AA-412C-BF38-A3CCD0805FDA}" type="datetime1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28E24-3E62-4AB8-3973-8B163965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BBDFC-A5C8-5F4F-C50B-C47B9C51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8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A75A9-3624-17A5-4845-619405B3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44E97-7795-9783-16F6-3ED23CF8C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0A4A0-57DE-0C6D-DD3A-D3EF7C880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6780A-A3CC-434D-AC50-E372C5E13A29}" type="datetime1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CE1CD-E8B3-23B2-B74C-AED391B92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CB20-8EAA-71D9-2606-BF0F42AA9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E22B0-6B97-4342-903C-572A8532F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9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1812-6558-3981-8826-7A988989C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– Zero To Hero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ABC7B-73B8-3240-245F-469CED3E3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Prepared By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Mahadi Hassan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C6561-325C-C864-D06F-B08CAD2E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3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4196-D27B-FF3C-3195-D6C6464B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– Structured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D57F-65E9-9ECE-A433-778FE0A5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SQL ?</a:t>
            </a:r>
          </a:p>
          <a:p>
            <a:pPr marL="0" indent="0">
              <a:buNone/>
            </a:pPr>
            <a:r>
              <a:rPr lang="en-US" b="1" dirty="0"/>
              <a:t>SQL (Structured Query Language)</a:t>
            </a:r>
            <a:r>
              <a:rPr lang="en-US" dirty="0"/>
              <a:t> is a standard programming language used to manage and manipulate data in relational databases.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2320C-1E21-DDF8-96D8-6919C71E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8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7A28-B76E-CE5E-9D8F-47D22047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2FA5E-C604-1183-921B-057860DA9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SQL has 5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DDL-Data Definition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DML – Data Manipulation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DQL – Data Query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DCL – Data Control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TCL – Transaction Control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0023F-672E-AF40-E7FF-0E795721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6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0C07-9806-800C-16A2-EC974D36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 – Data Definition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9D229-C50F-8E26-3028-80CBCFBA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DDL (Data Definition Language)</a:t>
            </a:r>
            <a:r>
              <a:rPr lang="en-US" dirty="0"/>
              <a:t> is used to </a:t>
            </a:r>
            <a:r>
              <a:rPr lang="en-US" b="1" dirty="0"/>
              <a:t>create, change, or delete the structure of database objects</a:t>
            </a:r>
            <a:r>
              <a:rPr lang="en-US" dirty="0"/>
              <a:t> like tables, databases, and indexes.</a:t>
            </a:r>
          </a:p>
          <a:p>
            <a:pPr marL="0" indent="0">
              <a:buNone/>
            </a:pPr>
            <a:r>
              <a:rPr lang="en-US" dirty="0"/>
              <a:t>Where DDL is used</a:t>
            </a:r>
          </a:p>
          <a:p>
            <a:pPr lvl="1"/>
            <a:r>
              <a:rPr lang="en-US" dirty="0"/>
              <a:t>To </a:t>
            </a:r>
            <a:r>
              <a:rPr lang="en-US" b="1" dirty="0"/>
              <a:t>create tables</a:t>
            </a:r>
            <a:endParaRPr lang="en-US" dirty="0"/>
          </a:p>
          <a:p>
            <a:pPr lvl="1"/>
            <a:r>
              <a:rPr lang="en-US" dirty="0"/>
              <a:t>To </a:t>
            </a:r>
            <a:r>
              <a:rPr lang="en-US" b="1" dirty="0"/>
              <a:t>modify table structure</a:t>
            </a:r>
            <a:endParaRPr lang="en-US" dirty="0"/>
          </a:p>
          <a:p>
            <a:pPr lvl="1"/>
            <a:r>
              <a:rPr lang="en-US" dirty="0"/>
              <a:t>To </a:t>
            </a:r>
            <a:r>
              <a:rPr lang="en-US" b="1" dirty="0"/>
              <a:t>delete tables or databases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86FA1-1754-6677-80F6-F81033C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2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C937-3F9F-94B1-20DA-C59DC44F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F6B3-A915-4858-DFE1-26287CF5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 –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4D0B-229B-CFC4-6D00-1C52C1C50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:</a:t>
            </a:r>
            <a:r>
              <a:rPr lang="en-US" dirty="0"/>
              <a:t> CREATE TABLE Student (  id INT, name VARCHAR(50),age INT );</a:t>
            </a:r>
          </a:p>
          <a:p>
            <a:pPr marL="0" indent="0">
              <a:buNone/>
            </a:pPr>
            <a:r>
              <a:rPr lang="en-US" b="1" dirty="0"/>
              <a:t>Modify a table: </a:t>
            </a:r>
            <a:r>
              <a:rPr lang="en-US" dirty="0"/>
              <a:t>ALTER TABLE Student ADD email VARCHAR(100);</a:t>
            </a:r>
          </a:p>
          <a:p>
            <a:pPr marL="0" indent="0">
              <a:buNone/>
            </a:pPr>
            <a:r>
              <a:rPr lang="en-US" b="1" dirty="0"/>
              <a:t>Delete a table: </a:t>
            </a:r>
            <a:r>
              <a:rPr lang="en-US" dirty="0"/>
              <a:t>DROP TABLE Student;</a:t>
            </a:r>
          </a:p>
          <a:p>
            <a:pPr marL="0" indent="0">
              <a:buNone/>
            </a:pPr>
            <a:r>
              <a:rPr lang="en-US" b="1" dirty="0"/>
              <a:t>Remove all data but keep table: </a:t>
            </a:r>
            <a:r>
              <a:rPr lang="en-US" dirty="0"/>
              <a:t>TRUNCATE TABLE Student;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08F3F-F903-2AC6-8899-5E45E283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3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E678-8D80-845C-D388-2A670A88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DML – Data Manipulation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9F153-5034-F1D9-3100-C3BF137EF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DML (Data Manipulation Language)</a:t>
            </a:r>
            <a:r>
              <a:rPr lang="en-US" dirty="0"/>
              <a:t> is used to </a:t>
            </a:r>
            <a:r>
              <a:rPr lang="en-US" b="1" dirty="0"/>
              <a:t>add, change, and remove data</a:t>
            </a:r>
            <a:r>
              <a:rPr lang="en-US" dirty="0"/>
              <a:t> in database tables.</a:t>
            </a:r>
          </a:p>
          <a:p>
            <a:pPr marL="0" indent="0">
              <a:buNone/>
            </a:pPr>
            <a:r>
              <a:rPr lang="en-US" dirty="0"/>
              <a:t>Where DML is used</a:t>
            </a:r>
          </a:p>
          <a:p>
            <a:pPr marL="457200" lvl="1" indent="0">
              <a:buNone/>
            </a:pPr>
            <a:r>
              <a:rPr lang="en-US" dirty="0"/>
              <a:t>To </a:t>
            </a:r>
            <a:r>
              <a:rPr lang="en-US" b="1" dirty="0"/>
              <a:t>insert new records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To </a:t>
            </a:r>
            <a:r>
              <a:rPr lang="en-US" b="1" dirty="0"/>
              <a:t>update existing records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To </a:t>
            </a:r>
            <a:r>
              <a:rPr lang="en-US" b="1" dirty="0"/>
              <a:t>delete records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7F1CF-F5D2-B98F-103B-99C6B61C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6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B401-70B3-5607-1FA0-A6D918BB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DML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CA29D-C726-36CC-39A7-CF5E002F5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Insert Data: INSERT INTO Student (id, name, age)  VALUES (1, 'Amit’,              </a:t>
            </a:r>
          </a:p>
          <a:p>
            <a:pPr marL="0" indent="0">
              <a:buNone/>
            </a:pPr>
            <a:r>
              <a:rPr lang="en-US" dirty="0"/>
              <a:t>                          20);</a:t>
            </a:r>
          </a:p>
          <a:p>
            <a:pPr marL="0" indent="0">
              <a:buNone/>
            </a:pPr>
            <a:r>
              <a:rPr lang="en-US" dirty="0"/>
              <a:t>Update data: UPDATE Student  SET age = 2  WHERE id = 1;</a:t>
            </a:r>
          </a:p>
          <a:p>
            <a:pPr marL="0" indent="0">
              <a:buNone/>
            </a:pPr>
            <a:r>
              <a:rPr lang="en-US" dirty="0"/>
              <a:t>Delete data: DELETE FROM Student  WHERE id = 1;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CC9B9-C149-DA47-3AF2-1A8A3278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8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1477-1A1A-A03B-3340-8A48A979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DQL – Data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48E2-A2E1-ED21-BC17-846B8F644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DQL is used to </a:t>
            </a:r>
            <a:r>
              <a:rPr lang="en-US" b="1" dirty="0"/>
              <a:t>retrieve or query data</a:t>
            </a:r>
            <a:r>
              <a:rPr lang="en-US" dirty="0"/>
              <a:t> from a database.</a:t>
            </a:r>
          </a:p>
          <a:p>
            <a:pPr marL="0" indent="0">
              <a:buNone/>
            </a:pPr>
            <a:r>
              <a:rPr lang="en-US" dirty="0"/>
              <a:t>Where it’s used:</a:t>
            </a:r>
          </a:p>
          <a:p>
            <a:pPr marL="0" indent="0">
              <a:buNone/>
            </a:pPr>
            <a:r>
              <a:rPr lang="en-US" dirty="0"/>
              <a:t>To fetch specific records from a table</a:t>
            </a:r>
          </a:p>
          <a:p>
            <a:pPr marL="0" indent="0">
              <a:buNone/>
            </a:pPr>
            <a:r>
              <a:rPr lang="en-US" dirty="0"/>
              <a:t>To display data for reports or analysis</a:t>
            </a:r>
          </a:p>
          <a:p>
            <a:pPr marL="0" indent="0">
              <a:buNone/>
            </a:pPr>
            <a:r>
              <a:rPr lang="en-US" dirty="0"/>
              <a:t>Example: SELECT name, age FROM Student WHERE age &gt; 18;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5FB15-EB70-2ED9-8DAC-87299CD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02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BA2B-D94A-C295-EB9E-5C56966E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DCL – Data Control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A2D3A-22F5-DB3A-133D-4A7DDF04D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DCL is used to </a:t>
            </a:r>
            <a:r>
              <a:rPr lang="en-US" b="1" dirty="0"/>
              <a:t>control access and permissions</a:t>
            </a:r>
            <a:r>
              <a:rPr lang="en-US" dirty="0"/>
              <a:t> for users in a database.</a:t>
            </a:r>
          </a:p>
          <a:p>
            <a:pPr marL="0" indent="0">
              <a:buNone/>
            </a:pPr>
            <a:r>
              <a:rPr lang="en-US" dirty="0"/>
              <a:t>Where it’s used:</a:t>
            </a:r>
          </a:p>
          <a:p>
            <a:pPr marL="0" indent="0">
              <a:buNone/>
            </a:pPr>
            <a:r>
              <a:rPr lang="en-US" dirty="0"/>
              <a:t>To give or revoke rights to users</a:t>
            </a:r>
          </a:p>
          <a:p>
            <a:pPr marL="0" indent="0">
              <a:buNone/>
            </a:pPr>
            <a:r>
              <a:rPr lang="en-US" dirty="0"/>
              <a:t>To secure sensitive data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GRANT SELECT, INSERT ON Student TO user1;</a:t>
            </a:r>
          </a:p>
          <a:p>
            <a:pPr marL="0" indent="0">
              <a:buNone/>
            </a:pPr>
            <a:r>
              <a:rPr lang="en-US" dirty="0"/>
              <a:t>REVOKE INSERT ON Student FROM user1;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0F448-8E1D-CD21-BC15-14C948C3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9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B2F9-0F7C-A855-04F2-87B01FF8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TCL – Transaction Control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CA0B-9FA5-4211-2B11-95393AB90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TCL is used to </a:t>
            </a:r>
            <a:r>
              <a:rPr lang="en-US" b="1" dirty="0"/>
              <a:t>manage transactions</a:t>
            </a:r>
            <a:r>
              <a:rPr lang="en-US" dirty="0"/>
              <a:t> in a database to ensure data integrity.</a:t>
            </a:r>
          </a:p>
          <a:p>
            <a:pPr marL="0" indent="0">
              <a:buNone/>
            </a:pPr>
            <a:r>
              <a:rPr lang="en-US" dirty="0"/>
              <a:t>Where it’s used:</a:t>
            </a:r>
          </a:p>
          <a:p>
            <a:pPr marL="0" indent="0">
              <a:buNone/>
            </a:pPr>
            <a:r>
              <a:rPr lang="en-US" dirty="0"/>
              <a:t>To save or undo changes made by DML commands</a:t>
            </a:r>
          </a:p>
          <a:p>
            <a:pPr marL="0" indent="0">
              <a:buNone/>
            </a:pPr>
            <a:r>
              <a:rPr lang="en-US" dirty="0"/>
              <a:t>To manage multi-step operations safely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BEGIN TRANSACTION;</a:t>
            </a:r>
          </a:p>
          <a:p>
            <a:pPr marL="0" indent="0">
              <a:buNone/>
            </a:pPr>
            <a:r>
              <a:rPr lang="en-US" dirty="0"/>
              <a:t>UPDATE Student SET age = 21 WHERE id = 1;</a:t>
            </a:r>
          </a:p>
          <a:p>
            <a:pPr marL="0" indent="0">
              <a:buNone/>
            </a:pPr>
            <a:r>
              <a:rPr lang="en-US" dirty="0"/>
              <a:t>ROLLBACK;  </a:t>
            </a:r>
          </a:p>
          <a:p>
            <a:pPr marL="0" indent="0">
              <a:buNone/>
            </a:pPr>
            <a:r>
              <a:rPr lang="en-US" dirty="0"/>
              <a:t>COMMIT</a:t>
            </a:r>
            <a:r>
              <a:rPr lang="en-US"/>
              <a:t>;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32147-FAB3-5555-3D89-8BAE4AB3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78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24D9-AE73-9BF5-24E1-A117734F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3FBFE-A083-63F8-4486-FD74F392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378CC-74E7-9CF1-9FE3-C6EE7F69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632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6A1A-DECB-0B30-E754-0595FBC3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06324-A269-B321-1417-C9E61E06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33A28-4B6F-A19D-EE5A-073E8C54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93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9329-7260-C8FB-0A00-448B69F6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B0B43-319B-984E-0B74-C60A56E1A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FF683-5278-322D-C78B-B8FA44D1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75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3ECF-3ABF-BB82-5866-6467AA20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2416D-CE3C-A5A1-9A47-83B01ADF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B3D70-D9A5-21AC-5FFB-87E0AA95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63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DDF2-A026-509E-D83F-7CD2ED991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1A919-217D-ACA9-F467-E1BCAA297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3F33A-9326-A418-083B-A6E735CF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E22B0-6B97-4342-903C-572A8532F7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09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433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SQL – Zero To Hero</vt:lpstr>
      <vt:lpstr>SQL – Structured Query Language</vt:lpstr>
      <vt:lpstr>Types of SQL</vt:lpstr>
      <vt:lpstr>DDL – Data Definition Language</vt:lpstr>
      <vt:lpstr>DDL – example </vt:lpstr>
      <vt:lpstr>DML – Data Manipulation Language</vt:lpstr>
      <vt:lpstr>DML - Example</vt:lpstr>
      <vt:lpstr>DQL – Data Query Language</vt:lpstr>
      <vt:lpstr>DCL – Data Control Language</vt:lpstr>
      <vt:lpstr>TCL – Transaction Control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Hassan</dc:creator>
  <cp:lastModifiedBy>Mahadi Hassan</cp:lastModifiedBy>
  <cp:revision>1</cp:revision>
  <dcterms:created xsi:type="dcterms:W3CDTF">2026-01-31T01:06:42Z</dcterms:created>
  <dcterms:modified xsi:type="dcterms:W3CDTF">2026-01-31T01:57:30Z</dcterms:modified>
</cp:coreProperties>
</file>