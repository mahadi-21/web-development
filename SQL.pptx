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9" r:id="rId6"/>
    <p:sldId id="270" r:id="rId7"/>
    <p:sldId id="260" r:id="rId8"/>
    <p:sldId id="261" r:id="rId9"/>
    <p:sldId id="262" r:id="rId10"/>
    <p:sldId id="263" r:id="rId11"/>
    <p:sldId id="264" r:id="rId12"/>
    <p:sldId id="265" r:id="rId13"/>
    <p:sldId id="268" r:id="rId14"/>
    <p:sldId id="267" r:id="rId15"/>
    <p:sldId id="266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8" d="100"/>
          <a:sy n="78" d="100"/>
        </p:scale>
        <p:origin x="850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529CFE-ED80-49FC-91D3-7F76BD733BE1}" type="datetimeFigureOut">
              <a:rPr lang="en-US" smtClean="0"/>
              <a:t>31-Jan-26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3C54AD-00F8-4F01-AB50-E1B96FB69B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4036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40D3F-9AD6-E357-A060-EA57143C65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B9AFB6-6E80-CCF1-C210-AD74584ED6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4E97A-1ED1-6A48-370E-74759D1E4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2FCE66-11E0-4649-96FB-2F307457B9EA}" type="datetime1">
              <a:rPr lang="en-US" smtClean="0"/>
              <a:t>31-Jan-26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38FF11-9B9F-0EEA-163A-4675A44B4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2C7746-7CC8-678B-0C5E-2BE51AB1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E22B0-6B97-4342-903C-572A8532F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206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BE120-0280-BB95-F283-5EA2BC763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3407AC-7719-85DC-5165-D31AE7DB9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7FDDF6-304E-CB8B-D8B1-46C3BC4C5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28E4A-A6D7-4DE3-8CE6-43A3252F9E82}" type="datetime1">
              <a:rPr lang="en-US" smtClean="0"/>
              <a:t>31-Jan-26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EC91BA-E0D2-1DBF-20A4-2C29DCD7D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8CA7B5-2ED5-C440-07B1-5C5EF0CCA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E22B0-6B97-4342-903C-572A8532F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209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F5A3B-32F0-6817-456B-9E9BAD6C2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AF150F-423A-7BF5-4B63-381CB3D15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470379-FFF9-7262-35A3-6387EDF81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D3150-D298-4038-8CEF-E0712AFC22A5}" type="datetime1">
              <a:rPr lang="en-US" smtClean="0"/>
              <a:t>31-Jan-26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4FA2D4-F365-FF8F-4682-31557E638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9C885A-FBB0-2FF4-AFA3-67EC19252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E22B0-6B97-4342-903C-572A8532F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1383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458E8-0A7F-3225-CA2E-D7DF9AD81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FBDBD1-3472-9CE5-02CD-2D436A8433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93D854-2453-E41B-8512-5283881AB6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98B369-DE0A-F689-9A66-88592E018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92F15-5CA8-43B8-B709-E1CB1925F3AB}" type="datetime1">
              <a:rPr lang="en-US" smtClean="0"/>
              <a:t>31-Jan-26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E21DBF-5280-3E5C-B492-486B9EC49A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EDBD45-8B78-C013-E029-37E0A96B8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E22B0-6B97-4342-903C-572A8532F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932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2B544-432B-83AE-C544-B12FB5519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FD8AF4-485A-3EA8-28CD-B5CCFE6730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EE3257-4D97-E529-256C-FF05051543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E4D0DC-7A7F-E800-7CE9-422E78AA15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794903-D195-E3D8-3019-B9B0C0587D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A47974-8439-240E-F65F-912E2FBC4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33503C-EB07-47BA-97F7-2E9A45CEF9C5}" type="datetime1">
              <a:rPr lang="en-US" smtClean="0"/>
              <a:t>31-Jan-26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CDA15D-420A-B8D7-10D8-B50EB4DB1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2137A8-D10E-9CB9-2B65-A29FA18A0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E22B0-6B97-4342-903C-572A8532F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5664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5C310-35B0-E630-738E-ED23F2B07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BE073E-155C-21BE-8D28-1272E9899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56B20-33EC-4268-808F-3C1B15582259}" type="datetime1">
              <a:rPr lang="en-US" smtClean="0"/>
              <a:t>31-Jan-26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E8B061-496E-618F-FAC1-DFE364DAE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98D9D4-167F-8FCB-43F5-E922929A6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E22B0-6B97-4342-903C-572A8532F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8885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12B05C-3E0D-484F-6353-13093FCE1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59603-FE49-4A10-8262-941C3BD97787}" type="datetime1">
              <a:rPr lang="en-US" smtClean="0"/>
              <a:t>31-Jan-26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1E4CF09-0775-ED16-6CC3-6CD70B06E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B31DED-7289-1739-365A-F4B36C667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E22B0-6B97-4342-903C-572A8532F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398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ECA4A-D6C6-1B2D-BA25-C0BC54A6B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0D9796-627E-D8C4-1B74-C22F08C0DC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F53F61-F9DC-A0FB-0FDE-E86F8513FD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E3364B-BBD8-C346-976D-2F0C4EED6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2BF82-AE6B-4F1D-9F4B-1DFAA17D1609}" type="datetime1">
              <a:rPr lang="en-US" smtClean="0"/>
              <a:t>31-Jan-26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1008BE-4967-E905-30F9-3A04677DC8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18D94F-56C7-F6B8-5681-06F02A9A3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E22B0-6B97-4342-903C-572A8532F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640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3D148-0D52-CB61-D077-5CBBD2AD4F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74529B-1854-AA72-6366-AD2C0C50FC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371D0-1754-916B-6612-E8A188CB85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BB5052-3FC9-221A-4921-F72AD06CE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C9326-B906-4731-9B97-FAAF9960EA3A}" type="datetime1">
              <a:rPr lang="en-US" smtClean="0"/>
              <a:t>31-Jan-26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69CB14-28E1-7828-BC2B-89F3769FB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4ED352-78F8-3A86-1B51-0CC9EA570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E22B0-6B97-4342-903C-572A8532F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5309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DCEA4-FF13-1687-D4FA-8FA10DC24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5FE8F1-0F81-47CB-FA92-E5107ECA8B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31532E-ADF5-9A1C-C42F-542B9657D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3DCE6-E4C1-4FB9-ACFE-08BEF4E7806B}" type="datetime1">
              <a:rPr lang="en-US" smtClean="0"/>
              <a:t>31-Jan-26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E448F6-DA57-B5D8-7622-34A1D41FB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51937A-AEF4-B823-35DA-DB6E8BC04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E22B0-6B97-4342-903C-572A8532F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9839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7DFE83E-8283-E68F-1CD4-D62E1ED97D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FC8239-22B2-8B9F-A438-394DE73519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C30A4D-6360-5AB4-486A-A7EE76312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184535-07AA-412C-BF38-A3CCD0805FDA}" type="datetime1">
              <a:rPr lang="en-US" smtClean="0"/>
              <a:t>31-Jan-26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128E24-3E62-4AB8-3973-8B1639655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1BBDFC-A5C8-5F4F-C50B-C47B9C51E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E22B0-6B97-4342-903C-572A8532F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6890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DA75A9-3624-17A5-4845-619405B32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144E97-7795-9783-16F6-3ED23CF8CC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B0A4A0-57DE-0C6D-DD3A-D3EF7C8802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16780A-A3CC-434D-AC50-E372C5E13A29}" type="datetime1">
              <a:rPr lang="en-US" smtClean="0"/>
              <a:t>31-Jan-26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CE1CD-E8B3-23B2-B74C-AED391B924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21CB20-8EAA-71D9-2606-BF0F42AA96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9E22B0-6B97-4342-903C-572A8532F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590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51812-6558-3981-8826-7A988989C0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Zero To Hero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DABC7B-73B8-3240-245F-469CED3E3AF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i="1">
                <a:solidFill>
                  <a:schemeClr val="accent1">
                    <a:lumMod val="60000"/>
                    <a:lumOff val="40000"/>
                  </a:schemeClr>
                </a:solidFill>
              </a:rPr>
              <a:t>Prepared By</a:t>
            </a:r>
          </a:p>
          <a:p>
            <a:r>
              <a:rPr lang="en-US" i="1">
                <a:solidFill>
                  <a:schemeClr val="accent1">
                    <a:lumMod val="60000"/>
                    <a:lumOff val="40000"/>
                  </a:schemeClr>
                </a:solidFill>
              </a:rPr>
              <a:t>Mahadi Hassan</a:t>
            </a:r>
            <a:endParaRPr lang="en-US" i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EC6561-325C-C864-D06F-B08CAD2EC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E22B0-6B97-4342-903C-572A8532F7E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6392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14196-D27B-FF3C-3195-D6C6464B9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SQL – Structured Query Language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82D57F-65E9-9ECE-A433-778FE0A50A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What is SQL ?</a:t>
            </a:r>
          </a:p>
          <a:p>
            <a:pPr marL="0" indent="0">
              <a:buNone/>
            </a:pPr>
            <a:r>
              <a:rPr lang="en-US" b="1"/>
              <a:t>SQL (Structured Query Language)</a:t>
            </a:r>
            <a:r>
              <a:rPr lang="en-US"/>
              <a:t> is a standard programming language used to manage and manipulate data in relational databases.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22320C-1E21-DDF8-96D8-6919C71E3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E22B0-6B97-4342-903C-572A8532F7E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2858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067A28-B76E-CE5E-9D8F-47D22047E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42FA5E-C604-1183-921B-057860DA9B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SQL has 5 types: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DDL-Data Definition Language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DML – Data Manipulation Language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DQL – Data Query Language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DCL – Data Control Language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TCL – Transaction Control Language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40023F-672E-AF40-E7FF-0E7957211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E22B0-6B97-4342-903C-572A8532F7E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567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40C07-9806-800C-16A2-EC974D36D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DDL – Data Definition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9D229-C50F-8E26-3028-80CBCFBA1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DDL (Data Definition Language)</a:t>
            </a:r>
            <a:r>
              <a:rPr lang="en-US" dirty="0"/>
              <a:t> is used to </a:t>
            </a:r>
            <a:r>
              <a:rPr lang="en-US" b="1" dirty="0"/>
              <a:t>create, change, or delete the structure of database objects</a:t>
            </a:r>
            <a:r>
              <a:rPr lang="en-US" dirty="0"/>
              <a:t> like tables, databases, and indexes.</a:t>
            </a:r>
          </a:p>
          <a:p>
            <a:pPr marL="0" indent="0">
              <a:buNone/>
            </a:pPr>
            <a:r>
              <a:rPr lang="en-US" dirty="0"/>
              <a:t>Where DDL is used</a:t>
            </a:r>
          </a:p>
          <a:p>
            <a:pPr lvl="1"/>
            <a:r>
              <a:rPr lang="en-US" dirty="0"/>
              <a:t>To </a:t>
            </a:r>
            <a:r>
              <a:rPr lang="en-US" b="1" dirty="0"/>
              <a:t>create tables</a:t>
            </a:r>
            <a:endParaRPr lang="en-US" dirty="0"/>
          </a:p>
          <a:p>
            <a:pPr lvl="1"/>
            <a:r>
              <a:rPr lang="en-US" dirty="0"/>
              <a:t>To </a:t>
            </a:r>
            <a:r>
              <a:rPr lang="en-US" b="1" dirty="0"/>
              <a:t>modify table structure</a:t>
            </a:r>
            <a:endParaRPr lang="en-US" dirty="0"/>
          </a:p>
          <a:p>
            <a:pPr lvl="1"/>
            <a:r>
              <a:rPr lang="en-US" dirty="0"/>
              <a:t>To </a:t>
            </a:r>
            <a:r>
              <a:rPr lang="en-US" b="1" dirty="0"/>
              <a:t>delete tables or databases</a:t>
            </a:r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986FA1-1754-6677-80F6-F81033C89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E22B0-6B97-4342-903C-572A8532F7E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0247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0C937-3F9F-94B1-20DA-C59DC44F4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0F6B3-A915-4858-DFE1-26287CF5E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DDL – example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34D0B-229B-CFC4-6D00-1C52C1C502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Create :</a:t>
            </a:r>
            <a:r>
              <a:rPr lang="en-US" dirty="0"/>
              <a:t> CREATE TABLE Student (  id INT, name VARCHAR(50),age INT );</a:t>
            </a:r>
          </a:p>
          <a:p>
            <a:pPr marL="0" indent="0">
              <a:buNone/>
            </a:pPr>
            <a:r>
              <a:rPr lang="en-US" b="1" dirty="0"/>
              <a:t>Modify a table: </a:t>
            </a:r>
            <a:r>
              <a:rPr lang="en-US" dirty="0"/>
              <a:t>ALTER TABLE Student ADD email VARCHAR(100);</a:t>
            </a:r>
          </a:p>
          <a:p>
            <a:pPr marL="0" indent="0">
              <a:buNone/>
            </a:pPr>
            <a:r>
              <a:rPr lang="en-US" b="1" dirty="0"/>
              <a:t>Delete a table: </a:t>
            </a:r>
            <a:r>
              <a:rPr lang="en-US" dirty="0"/>
              <a:t>DROP TABLE Student;</a:t>
            </a:r>
          </a:p>
          <a:p>
            <a:pPr marL="0" indent="0">
              <a:buNone/>
            </a:pPr>
            <a:r>
              <a:rPr lang="en-US" b="1" dirty="0"/>
              <a:t>Remove all data but keep table: </a:t>
            </a:r>
            <a:r>
              <a:rPr lang="en-US" dirty="0"/>
              <a:t>TRUNCATE TABLE Student;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08F3F-F903-2AC6-8899-5E45E283C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E22B0-6B97-4342-903C-572A8532F7E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7359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DE678-8D80-845C-D388-2A670A88F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DML – Data Manipulation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C9F153-5034-F1D9-3100-C3BF137EFD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DML (Data Manipulation Language)</a:t>
            </a:r>
            <a:r>
              <a:rPr lang="en-US" dirty="0"/>
              <a:t> is used to </a:t>
            </a:r>
            <a:r>
              <a:rPr lang="en-US" b="1" dirty="0"/>
              <a:t>add, change, and remove data</a:t>
            </a:r>
            <a:r>
              <a:rPr lang="en-US" dirty="0"/>
              <a:t> in database tables.</a:t>
            </a:r>
          </a:p>
          <a:p>
            <a:pPr marL="0" indent="0">
              <a:buNone/>
            </a:pPr>
            <a:r>
              <a:rPr lang="en-US" dirty="0"/>
              <a:t>Where DML is used</a:t>
            </a:r>
          </a:p>
          <a:p>
            <a:pPr marL="457200" lvl="1" indent="0">
              <a:buNone/>
            </a:pPr>
            <a:r>
              <a:rPr lang="en-US" dirty="0"/>
              <a:t>To </a:t>
            </a:r>
            <a:r>
              <a:rPr lang="en-US" b="1" dirty="0"/>
              <a:t>insert new records</a:t>
            </a:r>
            <a:endParaRPr lang="en-US" dirty="0"/>
          </a:p>
          <a:p>
            <a:pPr marL="457200" lvl="1" indent="0">
              <a:buNone/>
            </a:pPr>
            <a:r>
              <a:rPr lang="en-US" dirty="0"/>
              <a:t>To </a:t>
            </a:r>
            <a:r>
              <a:rPr lang="en-US" b="1" dirty="0"/>
              <a:t>update existing records</a:t>
            </a:r>
            <a:endParaRPr lang="en-US" dirty="0"/>
          </a:p>
          <a:p>
            <a:pPr marL="457200" lvl="1" indent="0">
              <a:buNone/>
            </a:pPr>
            <a:r>
              <a:rPr lang="en-US" dirty="0"/>
              <a:t>To </a:t>
            </a:r>
            <a:r>
              <a:rPr lang="en-US" b="1" dirty="0"/>
              <a:t>delete records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C7F1CF-F5D2-B98F-103B-99C6B61CE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E22B0-6B97-4342-903C-572A8532F7E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9668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4B401-70B3-5607-1FA0-A6D918BB8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DML -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ACA29D-C726-36CC-39A7-CF5E002F54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Insert Data: INSERT INTO Student (id, name, age)  VALUES (1, 'Amit’,              </a:t>
            </a:r>
          </a:p>
          <a:p>
            <a:pPr marL="0" indent="0">
              <a:buNone/>
            </a:pPr>
            <a:r>
              <a:rPr lang="en-US" dirty="0"/>
              <a:t>                          20);</a:t>
            </a:r>
          </a:p>
          <a:p>
            <a:pPr marL="0" indent="0">
              <a:buNone/>
            </a:pPr>
            <a:r>
              <a:rPr lang="en-US" dirty="0"/>
              <a:t>Update data: UPDATE Student  SET age = 2  WHERE id = 1;</a:t>
            </a:r>
          </a:p>
          <a:p>
            <a:pPr marL="0" indent="0">
              <a:buNone/>
            </a:pPr>
            <a:r>
              <a:rPr lang="en-US" dirty="0"/>
              <a:t>Delete data: DELETE FROM Student  WHERE id = 1;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BCC9B9-C149-DA47-3AF2-1A8A32780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E22B0-6B97-4342-903C-572A8532F7E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5855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61477-1A1A-A03B-3340-8A48A979B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DQL – Data Query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6748E2-A2E1-ED21-BC17-846B8F644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DQL is used to </a:t>
            </a:r>
            <a:r>
              <a:rPr lang="en-US" b="1" dirty="0"/>
              <a:t>retrieve or query data</a:t>
            </a:r>
            <a:r>
              <a:rPr lang="en-US" dirty="0"/>
              <a:t> from a database.</a:t>
            </a:r>
          </a:p>
          <a:p>
            <a:pPr marL="0" indent="0">
              <a:buNone/>
            </a:pPr>
            <a:r>
              <a:rPr lang="en-US" dirty="0"/>
              <a:t>Where it’s used:</a:t>
            </a:r>
          </a:p>
          <a:p>
            <a:pPr marL="0" indent="0">
              <a:buNone/>
            </a:pPr>
            <a:r>
              <a:rPr lang="en-US" dirty="0"/>
              <a:t>To fetch specific records from a table</a:t>
            </a:r>
          </a:p>
          <a:p>
            <a:pPr marL="0" indent="0">
              <a:buNone/>
            </a:pPr>
            <a:r>
              <a:rPr lang="en-US" dirty="0"/>
              <a:t>To display data for reports or analysis</a:t>
            </a:r>
          </a:p>
          <a:p>
            <a:pPr marL="0" indent="0">
              <a:buNone/>
            </a:pPr>
            <a:r>
              <a:rPr lang="en-US" dirty="0"/>
              <a:t>Example: SELECT name, age FROM Student WHERE age &gt; 18;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45FB15-EB70-2ED9-8DAC-87299CD30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E22B0-6B97-4342-903C-572A8532F7E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3022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5BA2B-D94A-C295-EB9E-5C56966E9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DCL – Data Control Language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0A2D3A-22F5-DB3A-133D-4A7DDF04D6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DCL is used to </a:t>
            </a:r>
            <a:r>
              <a:rPr lang="en-US" b="1" dirty="0"/>
              <a:t>control access and permissions</a:t>
            </a:r>
            <a:r>
              <a:rPr lang="en-US" dirty="0"/>
              <a:t> for users in a database.</a:t>
            </a:r>
          </a:p>
          <a:p>
            <a:pPr marL="0" indent="0">
              <a:buNone/>
            </a:pPr>
            <a:r>
              <a:rPr lang="en-US" dirty="0"/>
              <a:t>Where it’s used:</a:t>
            </a:r>
          </a:p>
          <a:p>
            <a:pPr marL="0" indent="0">
              <a:buNone/>
            </a:pPr>
            <a:r>
              <a:rPr lang="en-US" dirty="0"/>
              <a:t>To give or revoke rights to users</a:t>
            </a:r>
          </a:p>
          <a:p>
            <a:pPr marL="0" indent="0">
              <a:buNone/>
            </a:pPr>
            <a:r>
              <a:rPr lang="en-US" dirty="0"/>
              <a:t>To secure sensitive data</a:t>
            </a:r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pPr marL="0" indent="0">
              <a:buNone/>
            </a:pPr>
            <a:r>
              <a:rPr lang="en-US" dirty="0"/>
              <a:t>GRANT SELECT, INSERT ON Student TO user1;</a:t>
            </a:r>
          </a:p>
          <a:p>
            <a:pPr marL="0" indent="0">
              <a:buNone/>
            </a:pPr>
            <a:r>
              <a:rPr lang="en-US" dirty="0"/>
              <a:t>REVOKE INSERT ON Student FROM user1;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90F448-8E1D-CD21-BC15-14C948C32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E22B0-6B97-4342-903C-572A8532F7E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949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BB2F9-0F7C-A855-04F2-87B01FF8A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TCL – Transaction Control Language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DCA0B-9FA5-4211-2B11-95393AB90F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TCL is used to </a:t>
            </a:r>
            <a:r>
              <a:rPr lang="en-US" b="1" dirty="0"/>
              <a:t>manage transactions</a:t>
            </a:r>
            <a:r>
              <a:rPr lang="en-US" dirty="0"/>
              <a:t> in a database to ensure data integrity.</a:t>
            </a:r>
          </a:p>
          <a:p>
            <a:pPr marL="0" indent="0">
              <a:buNone/>
            </a:pPr>
            <a:r>
              <a:rPr lang="en-US" dirty="0"/>
              <a:t>Where it’s used:</a:t>
            </a:r>
          </a:p>
          <a:p>
            <a:pPr marL="0" indent="0">
              <a:buNone/>
            </a:pPr>
            <a:r>
              <a:rPr lang="en-US" dirty="0"/>
              <a:t>To save or undo changes made by DML commands</a:t>
            </a:r>
          </a:p>
          <a:p>
            <a:pPr marL="0" indent="0">
              <a:buNone/>
            </a:pPr>
            <a:r>
              <a:rPr lang="en-US" dirty="0"/>
              <a:t>To manage multi-step operations safely</a:t>
            </a:r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pPr marL="0" indent="0">
              <a:buNone/>
            </a:pPr>
            <a:r>
              <a:rPr lang="en-US" dirty="0"/>
              <a:t>BEGIN TRANSACTION;</a:t>
            </a:r>
          </a:p>
          <a:p>
            <a:pPr marL="0" indent="0">
              <a:buNone/>
            </a:pPr>
            <a:r>
              <a:rPr lang="en-US" dirty="0"/>
              <a:t>UPDATE Student SET age = 21 WHERE id = 1;</a:t>
            </a:r>
          </a:p>
          <a:p>
            <a:pPr marL="0" indent="0">
              <a:buNone/>
            </a:pPr>
            <a:r>
              <a:rPr lang="en-US" dirty="0"/>
              <a:t>ROLLBACK;  </a:t>
            </a:r>
          </a:p>
          <a:p>
            <a:pPr marL="0" indent="0">
              <a:buNone/>
            </a:pPr>
            <a:r>
              <a:rPr lang="en-US" dirty="0"/>
              <a:t>COMMIT</a:t>
            </a:r>
            <a:r>
              <a:rPr lang="en-US"/>
              <a:t>;    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A32147-FAB3-5555-3D89-8BAE4AB35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E22B0-6B97-4342-903C-572A8532F7E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8789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C24D9-AE73-9BF5-24E1-A117734FA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73FBFE-A083-63F8-4486-FD74F392F5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B378CC-74E7-9CF1-9FE3-C6EE7F69C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E22B0-6B97-4342-903C-572A8532F7EC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66324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46A1A-DECB-0B30-E754-0595FBC3E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F06324-A269-B321-1417-C9E61E0691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633A28-4B6F-A19D-EE5A-073E8C548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E22B0-6B97-4342-903C-572A8532F7E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0930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B9329-7260-C8FB-0A00-448B69F6E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8B0B43-319B-984E-0B74-C60A56E1A8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7FF683-5278-322D-C78B-B8FA44D1F7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E22B0-6B97-4342-903C-572A8532F7E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5759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43ECF-3ABF-BB82-5866-6467AA207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2416D-CE3C-A5A1-9A47-83B01ADF20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3B3D70-D9A5-21AC-5FFB-87E0AA95B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E22B0-6B97-4342-903C-572A8532F7E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5639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6DDF2-A026-509E-D83F-7CD2ED991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91A919-217D-ACA9-F467-E1BCAA297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C3F33A-9326-A418-083B-A6E735CF0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E22B0-6B97-4342-903C-572A8532F7E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3097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433</Words>
  <Application>Microsoft Office PowerPoint</Application>
  <PresentationFormat>Widescreen</PresentationFormat>
  <Paragraphs>74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SQL – Zero To Hero</vt:lpstr>
      <vt:lpstr>SQL – Structured Query Language</vt:lpstr>
      <vt:lpstr>Types of SQL</vt:lpstr>
      <vt:lpstr>DDL – Data Definition Language</vt:lpstr>
      <vt:lpstr>DDL – example </vt:lpstr>
      <vt:lpstr>DML – Data Manipulation Language</vt:lpstr>
      <vt:lpstr>DML - Example</vt:lpstr>
      <vt:lpstr>DQL – Data Query Language</vt:lpstr>
      <vt:lpstr>DCL – Data Control Language</vt:lpstr>
      <vt:lpstr>TCL – Transaction Control Language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Mahadi Hassan</dc:creator>
  <cp:lastModifiedBy>Mahadi Hassan</cp:lastModifiedBy>
  <cp:revision>1</cp:revision>
  <dcterms:created xsi:type="dcterms:W3CDTF">2026-01-31T01:06:42Z</dcterms:created>
  <dcterms:modified xsi:type="dcterms:W3CDTF">2026-01-31T02:06:06Z</dcterms:modified>
</cp:coreProperties>
</file>