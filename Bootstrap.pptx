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53A57-0AF8-4BEC-953A-205A6AA28925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F89D3-B525-404A-B93A-41DF70123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4E40-CC77-1AEB-7AE3-F3FE25926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96020-0A89-471A-E8F6-23E68E01B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2E787-B466-94BF-F17E-80BC3DB9D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59303-5A66-0939-213B-761DCAF7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7451-68E5-6C9B-6693-9C6107CD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5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A134-20E3-2939-4146-52383E40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34ADF-D182-0A34-D42E-FF2E10C1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536B-72C4-5360-1E31-9E03AF9F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E7BB-5AD7-F195-B745-12216482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7F58-599A-AABD-2603-2BEC63A9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6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B03E-0F02-0206-F377-6852E1FA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F0EAD-ECA8-C789-8657-4CC723E7C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B8EB6-7730-D310-C7E5-AECC09A2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C2353-BC7E-2E64-3D15-E2A4ECD4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C43A0-49F2-A3B6-2E64-365A7100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3A93-E2E9-CED2-B9BB-0DEAE852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629DF-199C-4122-93BF-9DB53D235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97A7B-81BC-3D21-3033-DF3E1DBC3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00E66-7FC1-9957-CE22-60EA445F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46466-AF4B-49F7-3CCD-2E646452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A399B-7FCF-D9BF-0176-1943D1FF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82F5-4AC7-3359-BFD1-0E60CA69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48935-8240-29A1-72F3-FE2129150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93027-910A-487B-40AA-822B0A0EC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1A6F3-A1A7-D503-A53A-6F5C08B41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34F4F-9B1C-1E73-9905-A0BDC01A5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A8770-E8A2-F601-6795-84AC7902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2F8E6-4A43-46E1-31DF-661F654E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1936D-7866-45C2-0BF3-4437F5EB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6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B9FF9-D455-8C86-797D-AB297F91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F490F-EC34-0214-7439-A6FDB320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67D6C-0A52-D902-25D1-52FDA945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53CAA-0930-BC1A-278C-2BAEB683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4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E7BE3-2BD1-9BA9-552F-5D697BFE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EF4B0-228B-4F67-2200-719CC9CD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62B9-967B-9A72-C7E4-E560362C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7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9B32-F7BF-1E37-6BD6-BD334159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7BA96-C922-2F5B-6989-022A40D94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57DBC-DC8C-00A7-DBAC-BEE872C1B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07DF4-B00F-634B-4BCE-E3EDE91D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45332-2FC6-A08C-81A8-D881FB78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D5797-9815-C9AD-1C85-772268E6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95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D6F8-9DDD-9FB3-60DC-D33BC0EC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E7BFC-EFD8-955A-3A09-C5496A2CA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61FB5-5AF3-1CEE-A463-DDEB661EF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5BEB8-6CC4-2F4D-D86A-793B1A8E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7E1F6-FDAE-BAE9-E720-C8246CB4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09145-D57B-7C19-7BDF-1DA7FA20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8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A5C0-21CD-5EAF-6ED0-DDF37085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E9341-6121-F2A8-9A4A-04AE6A5D3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86FFC-C403-DADC-739A-A68DAFE6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348D7-69F3-C41E-B121-7E9ABF9E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30842-C79A-0B04-4BEF-1284F696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0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49442-23CE-AFCC-B02E-C77AF9286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950D0-1A2F-2B3A-DAF6-B23B7B2FF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C6194-7CC9-21ED-BD79-85B679D4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8C44-9C65-5E50-391E-0A646831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F216-E1B8-EEEF-9556-0877F0D5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8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E0911-E710-C854-0225-CB44CA4A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F634-78A0-68FD-C0D4-DB6BAD844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5514-ACBF-A7F2-1CCC-03632317C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008B5-178B-4275-9885-1C3E26A911E3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F07E5-765B-8DE7-769C-07DB76659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C1606-B952-A648-8A8D-435872F8C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83DC5-1E5A-46E3-9353-AF81637EF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3/getting-started/downloa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%3clink%20href=%22https://cdn.jsdelivr.net/npm/bootstrap@5.3.0/dist/css/bootstrap.min.css%22%20rel=%22stylesheet%22%3e" TargetMode="External"/><Relationship Id="rId2" Type="http://schemas.openxmlformats.org/officeDocument/2006/relationships/hyperlink" Target="script%20src=%22https:/cdn.tailwindcss.com%22%3e%3c/scrip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%3cscript%20src=%22https://cdn.jsdelivr.net/npm/bootstrap@5.3.7/dist/js/bootstrap.bundle.min.js%22%20integrity=%22sha384-ndDqU0Gzau9qJ1lfW4pNLlhNTkCfHzAVBReH9diLvGRem5+R9g2FzA8ZGN954O5Q%22%20crossorigin=%22anonymous%22%3e%3c/script%3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bootstrap/bootstrap_grid_basic.as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310E-34C8-EEC7-B7C4-F8ED6D59D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189E1-596D-7584-8DC1-59FB4484D2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Prepared by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Mahadi Hassan</a:t>
            </a:r>
          </a:p>
        </p:txBody>
      </p:sp>
    </p:spTree>
    <p:extLst>
      <p:ext uri="{BB962C8B-B14F-4D97-AF65-F5344CB8AC3E}">
        <p14:creationId xmlns:p14="http://schemas.microsoft.com/office/powerpoint/2010/main" val="173541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505B-DA96-D0C4-06FF-F81745AE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7666-E0C0-C6A8-DD22-CFCF1778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Bootstrap is a </a:t>
            </a:r>
            <a:r>
              <a:rPr lang="en-US" b="1" dirty="0"/>
              <a:t>popular open-source front-end framework.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used to create </a:t>
            </a:r>
            <a:r>
              <a:rPr lang="en-US" b="1" dirty="0"/>
              <a:t>responsive, mobile-first websites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provides ready-made </a:t>
            </a:r>
            <a:r>
              <a:rPr lang="en-US" b="1" dirty="0"/>
              <a:t>CSS styles, components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With built-in </a:t>
            </a:r>
            <a:r>
              <a:rPr lang="en-US" b="1" dirty="0"/>
              <a:t>JavaScript plugins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00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D885-FDC8-3B0A-5515-3E13E26D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00E4D-5814-948E-1A9C-B794BEBBD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way to connect bootstrap to our file .</a:t>
            </a:r>
          </a:p>
          <a:p>
            <a:pPr marL="514350" indent="-514350">
              <a:buAutoNum type="arabicPeriod"/>
            </a:pPr>
            <a:r>
              <a:rPr lang="en-US" dirty="0"/>
              <a:t>Offline ( Using download zip folder )</a:t>
            </a:r>
          </a:p>
          <a:p>
            <a:pPr marL="514350" indent="-514350">
              <a:buAutoNum type="arabicPeriod"/>
            </a:pPr>
            <a:r>
              <a:rPr lang="en-US" dirty="0"/>
              <a:t>Online (Using CDN link )</a:t>
            </a:r>
          </a:p>
        </p:txBody>
      </p:sp>
    </p:spTree>
    <p:extLst>
      <p:ext uri="{BB962C8B-B14F-4D97-AF65-F5344CB8AC3E}">
        <p14:creationId xmlns:p14="http://schemas.microsoft.com/office/powerpoint/2010/main" val="3074818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2259-E36F-D48B-80A6-D65D1073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Famous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7CF9F-D212-0F31-C13A-463906F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so many </a:t>
            </a:r>
            <a:r>
              <a:rPr lang="en-US" dirty="0" err="1"/>
              <a:t>css</a:t>
            </a:r>
            <a:r>
              <a:rPr lang="en-US" dirty="0"/>
              <a:t> framework .But Nowadays , </a:t>
            </a:r>
          </a:p>
          <a:p>
            <a:pPr marL="0" indent="0">
              <a:buNone/>
            </a:pPr>
            <a:r>
              <a:rPr lang="en-US" dirty="0"/>
              <a:t>1.Tailwind </a:t>
            </a:r>
          </a:p>
          <a:p>
            <a:pPr marL="0" indent="0">
              <a:buNone/>
            </a:pPr>
            <a:r>
              <a:rPr lang="en-US" dirty="0"/>
              <a:t>2. Bootstrap is most famous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Here we will learn little a bit of this two framework .</a:t>
            </a:r>
          </a:p>
        </p:txBody>
      </p:sp>
    </p:spTree>
    <p:extLst>
      <p:ext uri="{BB962C8B-B14F-4D97-AF65-F5344CB8AC3E}">
        <p14:creationId xmlns:p14="http://schemas.microsoft.com/office/powerpoint/2010/main" val="330506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C12A-D71C-F36B-9746-359B9E61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Offline CSS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7360F-BDBD-B51F-1307-558D9D9BE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Downloading link</a:t>
            </a:r>
          </a:p>
          <a:p>
            <a:pPr marL="514350" indent="-514350">
              <a:buAutoNum type="arabicPeriod"/>
            </a:pPr>
            <a:r>
              <a:rPr lang="en-US" dirty="0">
                <a:hlinkClick r:id="rId2"/>
              </a:rPr>
              <a:t>Bootstrap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73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78C21-9F29-72AE-5AC5-8711AEFC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Online using CDN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27E34-B255-691D-9006-479CD5AEC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1.For Tailwind: </a:t>
            </a:r>
            <a:r>
              <a:rPr lang="en-US" sz="2000" dirty="0">
                <a:hlinkClick r:id="rId2" action="ppaction://hlinkfile"/>
              </a:rPr>
              <a:t>link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2.For </a:t>
            </a:r>
            <a:r>
              <a:rPr lang="en-US" sz="2000" dirty="0" err="1"/>
              <a:t>Boootstrap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1. Inside &lt;head&gt;:    </a:t>
            </a:r>
            <a:r>
              <a:rPr lang="en-US" sz="2000" b="1" dirty="0">
                <a:hlinkClick r:id="rId3"/>
              </a:rPr>
              <a:t>link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     2. Before closing &lt;/body&gt; tag: </a:t>
            </a:r>
            <a:r>
              <a:rPr lang="en-US" sz="2000" b="1" dirty="0">
                <a:hlinkClick r:id="rId4"/>
              </a:rPr>
              <a:t>link 2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Note : </a:t>
            </a:r>
            <a:r>
              <a:rPr lang="en-US" sz="2000" b="1" dirty="0" err="1"/>
              <a:t>Cntl</a:t>
            </a:r>
            <a:r>
              <a:rPr lang="en-US" sz="2000" b="1" dirty="0"/>
              <a:t> (keyboard )+ left click and get link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299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5A9F4-B171-99FC-D213-26980725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Grid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AE185F-300B-7162-89C8-0338CDD35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4049"/>
            <a:ext cx="10515600" cy="403449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46EC8-1868-4373-2C7F-5BE8D897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54120" y="6311900"/>
            <a:ext cx="4445000" cy="365125"/>
          </a:xfrm>
        </p:spPr>
        <p:txBody>
          <a:bodyPr/>
          <a:lstStyle/>
          <a:p>
            <a:r>
              <a:rPr lang="en-US" dirty="0"/>
              <a:t>Image source : </a:t>
            </a:r>
            <a:r>
              <a:rPr lang="en-US" dirty="0">
                <a:hlinkClick r:id="rId3"/>
              </a:rPr>
              <a:t>Bootstrap Grid Basic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57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153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CSS Framework</vt:lpstr>
      <vt:lpstr>Bootstrap Introduction </vt:lpstr>
      <vt:lpstr>How to connect </vt:lpstr>
      <vt:lpstr>Famous Framework</vt:lpstr>
      <vt:lpstr>Offline CSS framework</vt:lpstr>
      <vt:lpstr>Online using CDN link</vt:lpstr>
      <vt:lpstr>Bootstrap Grid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1</cp:revision>
  <dcterms:created xsi:type="dcterms:W3CDTF">2025-11-21T15:24:17Z</dcterms:created>
  <dcterms:modified xsi:type="dcterms:W3CDTF">2025-11-22T11:54:44Z</dcterms:modified>
</cp:coreProperties>
</file>